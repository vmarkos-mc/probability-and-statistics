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70" r:id="rId6"/>
    <p:sldId id="259" r:id="rId7"/>
    <p:sldId id="260" r:id="rId8"/>
    <p:sldId id="268" r:id="rId9"/>
    <p:sldId id="269" r:id="rId10"/>
    <p:sldId id="261" r:id="rId11"/>
    <p:sldId id="271" r:id="rId12"/>
    <p:sldId id="262" r:id="rId13"/>
    <p:sldId id="263" r:id="rId14"/>
    <p:sldId id="264" r:id="rId15"/>
    <p:sldId id="272" r:id="rId16"/>
    <p:sldId id="265" r:id="rId17"/>
    <p:sldId id="266" r:id="rId18"/>
  </p:sldIdLst>
  <p:sldSz cx="12192000" cy="6858000"/>
  <p:notesSz cx="6858000" cy="9144000"/>
  <p:embeddedFontLst>
    <p:embeddedFont>
      <p:font typeface="Cambria Math" panose="02040503050406030204" pitchFamily="18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CA3477-1C1B-4364-ACFA-86CFC3061FA0}" v="9" dt="2026-03-09T12:32:40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Sutton" userId="ff762cc7-8b85-4d5d-84fc-d80ed39daf4b" providerId="ADAL" clId="{9B08B160-844E-43CA-A6A1-8C1B98E6725C}"/>
    <pc:docChg chg="modSld">
      <pc:chgData name="Jack Sutton" userId="ff762cc7-8b85-4d5d-84fc-d80ed39daf4b" providerId="ADAL" clId="{9B08B160-844E-43CA-A6A1-8C1B98E6725C}" dt="2026-03-09T12:32:40.854" v="0"/>
      <pc:docMkLst>
        <pc:docMk/>
      </pc:docMkLst>
      <pc:sldChg chg="addSp">
        <pc:chgData name="Jack Sutton" userId="ff762cc7-8b85-4d5d-84fc-d80ed39daf4b" providerId="ADAL" clId="{9B08B160-844E-43CA-A6A1-8C1B98E6725C}" dt="2026-03-09T12:32:40.854" v="0"/>
        <pc:sldMkLst>
          <pc:docMk/>
          <pc:sldMk cId="710012948" sldId="259"/>
        </pc:sldMkLst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710012948" sldId="259"/>
            <ac:inkMk id="4" creationId="{2EDC132E-D6A4-D12C-92FB-292ED340FAA0}"/>
          </ac:inkMkLst>
        </pc:inkChg>
      </pc:sldChg>
      <pc:sldChg chg="addSp">
        <pc:chgData name="Jack Sutton" userId="ff762cc7-8b85-4d5d-84fc-d80ed39daf4b" providerId="ADAL" clId="{9B08B160-844E-43CA-A6A1-8C1B98E6725C}" dt="2026-03-09T12:32:40.854" v="0"/>
        <pc:sldMkLst>
          <pc:docMk/>
          <pc:sldMk cId="884329448" sldId="260"/>
        </pc:sldMkLst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884329448" sldId="260"/>
            <ac:inkMk id="2" creationId="{783C5BE5-15B6-527A-7B8A-0FAF59D319DB}"/>
          </ac:inkMkLst>
        </pc:inkChg>
      </pc:sldChg>
      <pc:sldChg chg="addSp">
        <pc:chgData name="Jack Sutton" userId="ff762cc7-8b85-4d5d-84fc-d80ed39daf4b" providerId="ADAL" clId="{9B08B160-844E-43CA-A6A1-8C1B98E6725C}" dt="2026-03-09T12:32:40.854" v="0"/>
        <pc:sldMkLst>
          <pc:docMk/>
          <pc:sldMk cId="1608622199" sldId="262"/>
        </pc:sldMkLst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1608622199" sldId="262"/>
            <ac:inkMk id="2" creationId="{DEC381EE-A0E3-4B4A-CAB4-7E4DD01AA39C}"/>
          </ac:inkMkLst>
        </pc:inkChg>
      </pc:sldChg>
      <pc:sldChg chg="addSp">
        <pc:chgData name="Jack Sutton" userId="ff762cc7-8b85-4d5d-84fc-d80ed39daf4b" providerId="ADAL" clId="{9B08B160-844E-43CA-A6A1-8C1B98E6725C}" dt="2026-03-09T12:32:40.854" v="0"/>
        <pc:sldMkLst>
          <pc:docMk/>
          <pc:sldMk cId="1120129823" sldId="271"/>
        </pc:sldMkLst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1120129823" sldId="271"/>
            <ac:inkMk id="7" creationId="{0BF0F28A-6B2A-F122-05F6-9C8766803799}"/>
          </ac:inkMkLst>
        </pc:inkChg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1120129823" sldId="271"/>
            <ac:inkMk id="8" creationId="{F21C4D17-8B2E-1936-287C-EC50B9C9B778}"/>
          </ac:inkMkLst>
        </pc:inkChg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1120129823" sldId="271"/>
            <ac:inkMk id="10" creationId="{015AECE9-A448-F4D7-C8AA-7780AFB37825}"/>
          </ac:inkMkLst>
        </pc:inkChg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1120129823" sldId="271"/>
            <ac:inkMk id="11" creationId="{6FCE2892-6526-74AE-F633-CBCF66767D13}"/>
          </ac:inkMkLst>
        </pc:inkChg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1120129823" sldId="271"/>
            <ac:inkMk id="12" creationId="{F4797E1A-801F-F6C3-7A84-660D4576E31C}"/>
          </ac:inkMkLst>
        </pc:inkChg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1120129823" sldId="271"/>
            <ac:inkMk id="13" creationId="{C54128CF-B6B6-699F-CA1E-D2582BB427E8}"/>
          </ac:inkMkLst>
        </pc:inkChg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1120129823" sldId="271"/>
            <ac:inkMk id="14" creationId="{3C59B22D-1C41-C14D-7281-655753411E36}"/>
          </ac:inkMkLst>
        </pc:inkChg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1120129823" sldId="271"/>
            <ac:inkMk id="15" creationId="{65A7468D-D6A0-0F88-73B0-B6D2FE85D310}"/>
          </ac:inkMkLst>
        </pc:inkChg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1120129823" sldId="271"/>
            <ac:inkMk id="16" creationId="{08EAD4B9-708F-E2B1-87B1-10AFC0B1EF3A}"/>
          </ac:inkMkLst>
        </pc:inkChg>
        <pc:inkChg chg="add">
          <ac:chgData name="Jack Sutton" userId="ff762cc7-8b85-4d5d-84fc-d80ed39daf4b" providerId="ADAL" clId="{9B08B160-844E-43CA-A6A1-8C1B98E6725C}" dt="2026-03-09T12:32:40.854" v="0"/>
          <ac:inkMkLst>
            <pc:docMk/>
            <pc:sldMk cId="1120129823" sldId="271"/>
            <ac:inkMk id="17" creationId="{2860F9D4-17CE-A95A-399F-D4261B5BE63A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22:41.7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21872 16228 0,'36'0'63,"246"70"-32,-35-52-16,-53 17 1,88-35 0,-35 0-1,-106 0 1,88 0 0,-35 0-1,-53 0 1,-88 0-16,0 0 15,282 0 1,-52 0 0,-89 0-1,-53 0 1,0 0 0,0 0-1,-35 0 16,17 0-15,54 0 0,52 0-1,53 0 1,-123 0-16,-36 0 16,-70 36-16,71-36 15,-71 0 1,-36 0-1,124 0 1,54 35 0,104 0-1,-16-35 1,-1 0 0,-53 0-1,-105 0 16,-54 0-15,1 0 0,-18 0-1,17 0 1,1 0 0,123 0-1,106 35 1,-18-35-1,-123 0 1,-36 0 0,-52 0-1,52-17 1,-35 17-16,53 0 16,0-36-16,18 36 15,318-52 16,-407 52-15,-35-18 0,-17 0-1,0 1 1,-1 17 0,36 0-1,-18-18 1,1 18-1,-19 0 17,-17-18-1</inkml:trace>
  <inkml:trace contextRef="#ctx0" brushRef="#br0" timeOffset="4926.3">21837 15981 0,'53'0'79,"17"0"-64,1 0 1,35 0-1,-53 0 1,17 0 0,-52 0-16,17 0 15,18 0-15,-18 0 16,36 0 0,17 0-1,-70 0 1,-1 0 15,160 0 16,-124 0-31,123 0-1,-70 0 1,-88 0-16,52 0 78,124 0-47,-123-35 0,-36 35 1,106-106-1,-35 70-15,-53-34-1,-18 52 1,-35 1-1,35-36 1,-17 0 0,17 0-1,1-35 1,-1 17 0,18 1-1,-18-19 16,-17 19-15,35-36 0,-18 18-1,18 0 1,-18 17 0,18-17-1,-53 53 1,18-18-1,-18-36 1,35 37 0,-17-37-1,17 19 1,-17 35-16,-18 17 16,0 0-16,35-88 15,-35 71 16,53-88-15,-18 17 0,18 0-1,-18 18 1,-17 17 0,17-35-1,18-17 1,-18 52-1,18-52 1,-18 35 0,36-71-1,-36 88 1,-17-17 0,52-18-1,-17-17 16,0 17-15,0 35 0,-53 1-1,36-1 1,-19-34 0,36 16-1,0 1 1,18 0-1,-36 53-15,-18-1 16,36-16 0,-35-1-1,35 17 1,-35 1 0,52 0-1,1-36 16,-18 18-15,0 18 0,-1 0-1,-16 35 17,-19 0 14,54 17-30,35-17 0,0 0-1,-54 18 1,-34-18 0,17 35-1,-17-17 1,88 17 15,-53 18-15,-18-35-16,53 17 15,-88-17 1,18-1 0,0 1-1,-18 0 1,35 17-1,18 0 1,35 18 0,-53-18-1,1 18 1,-1-17-16,-18-19 16,1 18-16,35 54 15,18-36 1,17 105 15,-53-105-15,0 53-1,1-53 1,-19 0 0,18-35-1,-17 34 1,0 19-1,52 52 1,-34 1 0,16-18-1,-34-89-15,0 54 16,-18-53 0,35 17-1,-17 18 16,35 17-15,-36-17 0,19-17-1,16 52 1,-34-35 0,17 17-1,18 18 1,-17-17-1,-36-36 1,17-17 0,18 35-1,-17 0 1,17 53 0,1-54-1,17 19 1,-53-53 15,0-1-15,17 1-1,1 0 1,0 17 0,-1 53-1,18-53 1,18 54-1,36-1 1,-89-71 0,35 36-1,-35-17 1,17-19 0,-17 1 30,53 17-30,-53-17-16,18 17 16,17-17-16,-17 35 15,17-18 1,-17-18 0,-18 1-1,17 0 1,36 35-1,-17 0 1,-1 17 0,-35-17-1,18-53 17,-1 18-17,-17-1-15,35 1 31,-17 0-15,-18-1 0,18-17-1,-18 18 1,53 17 0,-36 0-1,19 18 1,-1-17-1,18 17 1,0 0 0,-36-36-1,1 1 1,0-1 46,-1 1-46,71 35 0,-70-18-1,35-17 1,-35 0 0,70 34 46,-35-16-46,-18-1-1,-35-17 1,35-1 0,18 19 46,0-36-46,-18 0-1,-35 17 1,18-17 15,17 0 0,18 35-15,-35-35 0,17 0 15,0 0-15,-17 0-1,0 0 16,17 18-15,71 0 0,-36 17-1,36-35 1,-35 18 0,-18-18-1,-36 0 1,19 0 15,17 0-15,17 35-1,36-17 1,-53-18-16,-18 0 31,-17 0 47</inkml:trace>
  <inkml:trace contextRef="#ctx0" brushRef="#br0" timeOffset="8975.07">25912 9666 0,'17'0'47,"18"18"94,-35-1-110,0 36 0,0 0-15,0 0-16,18-18 15,-18 54 1,35-19 0,-35-17-1,0-35 1,0-1-1,0 1 1,18 0 0,-18 35-1,18-1 1,-18-34 0,0 0-1,0-1 16,0 36-15,35 18 0,-35-18-1,18 17 1,-18 19 0,0-54-1,0 35 1,17 1-1,18-1 1,-35-34 0,0 34-1,0-34-15,0-1 16,0 35 0,36 19-1,-36-19 16,0-17-15,0-35 0,0-1-1,0 19 1,0-1 0,0-17-1,0 17 1,17 0-1,-17 18 1,0 18 0,0-18-1,36 35 1,-36-35 0,0 0-1,0 17 16,17-17-15,19 53 0,-19-18-1,-17-53 1,0-17 0,18 35-16,-1 0 15,-17 17 1,0 19-1,18 16 1,-18-34 0,0 70-1,0-35 1,0 35 0,0-35-1,0 35 16,0 0-15,35 35 0,-35-87-1,0-36 1,18 35 0,-18-53-1,35-17 1,-35 17-1,0-17 1,0-1 0,0 89-1,0-53 1,18 18 0,17-19-1,-35-34 16,0 53-15,0 17 0,18-53-1,-18 53 1,35-17 0,-35 52-1,18-70 1,-18 53-1,0-53 1,17 35 0,-17 36-1,36-54 1,-19 36 0,-17-18-1,0-17 16,0-54-15,36 1 0,-36 17-1,0 1 1,0 34 0,0 54-1,17-19 1,-17-34-1,18-36 1,-18-17 0,0 35-1,35 70 1,-35-17 0,0-35-1,0 35 16,18-54-15,-18 19 0,0-36-1,0 18 1,0-17 0,0 16-1,17 19 1,1-53-1,-18 70 1,18-53 0,-18 18-1,0 0 1,0-35 0,17 17-1,-17 0 16,0 36-15,0 52 0,0-35-1,36-17 1,-36-1 0,0-52-1,0 35 1,0 53-1,0-71 1,0 0 0,0-17-1,0 0 1,0 35 0,0-36-1,0 1 32,0 0-31,0 17-1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24:06.3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13688 15046 0,'17'18'79,"-17"52"-48,0-17 0,0 0-15,0-18-1,0 1 1,0-19-16,0 36 16,0-71 187,18-17-188,-18-18 1</inkml:trace>
  <inkml:trace contextRef="#ctx0" brushRef="#br0" timeOffset="49.72">13723 15240 0,'0'0'0,"0"-18"15,0 1 1</inkml:trace>
  <inkml:trace contextRef="#ctx0" brushRef="#br0" timeOffset="1766.34">13952 4921 0,'-17'0'31,"-1"18"-15,18 35 0,0 53-1,0 35 1,0-35 0,0-18-1,0-18 16,0-52 32</inkml:trace>
  <inkml:trace contextRef="#ctx0" brushRef="#br0" timeOffset="4783.52">13935 12100 0,'0'18'78,"-36"123"-47,19 53 0,17-123-15,0-54 15</inkml:trace>
  <inkml:trace contextRef="#ctx0" brushRef="#br0" timeOffset="7965.73">17833 11994 0,'18'53'78,"-18"141"-47,0-88 1,0-35-1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28:20.97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20461 12594 0,'-35'0'31,"-177"-35"0,177 35-15,-36 0 0,-35 0-1,-70 0 1,0 0-1,17 0 1,53 0 0,0 0-1,0 0 1,1 0 0,-36 0-1,-18 0 16,53 0-15,53 0-16,-18 0 16,-34 0-1,34 0 1,18 0 0,0 35-1,-17-35 1,-36 0-1,35 18 1,36 17 0,0-17 46,35 17-31,17 0-15,19 36 0,70 35-1,123 17 1,18-52 0,0-36-1,-18-35 1,-88 0-1,-70 0 1,17 0 0,0 0-16,141 0 15,-35 0 1,-53 0 0,1 0-1,-89 0 16,17 0-15,-17 0 0,-18 0-1,1-53 1,34-35 0,36-36-1,-18 36 1,-35 18-16,-18 52 15,-35 0 1,-17-17 47,-248-71-32,71 106-16,53-35 1,0 35 0,17 0-1,1 0-15,17 0 16,-35 0-16,-106 53 16,0 17-1,88-17 1,89-17-1,52-36 1,-70 17 0,17 19-1,-87-1 1,69 0 0,89-17 15,0-1-16,0 36 1,0-35-16,0 70 16,71-17-1,194-1 1,70-34 0,264-1-1,-16-35 1,-248 0-1,-194 0 1,-71 35 0,-34-35-1,-1 0 1,53-18 0,-70 1-16,17-18 15,-17 17 16,-1-17 1,-17-1-17,0-17 1,0 36 0,0-36-1,-141-18 1,-212-35-1,18-17 1,229 88-16,53 35 16,18 0-16,-18-18 15,-35 18 1,18 0 0,-124 53-1,52 53 16,54-18-15,71-53 0,17 1-1,0-19 1,17 54 0,89-18-1,176 0 1,-123-36-16,176 19 15,-17-36 1,-177 0 0,-18-71-1,-87 71 1,34-71 0,1 19-1,-18 16 16,-53 19 1,0-72-17,-89-16 1,-69 34 0,-1 71-1,18 0 1,-106 0-1,-229 53 1,17-18 0,71 53-1,123-88 1,142 0 0,105 0-1,1 0 16,-36 0-31,17 18 16,-87 88 0,70-53-1,53-36 1,0 1 0,18 53-1,35-18 1,158 35-1,318-88 1,-17 0 0,-124 0-1,-212-36 1,-158 19 0,-18-18-1,35-1 16,-35 19-15,0-19 0,0-34-1,-53 17 1,-123-18 0,-71 1-1,0 34 1,53 1-1,-35 35 1,123 0-16,18 0 16,-18 0-16,35 0 15,71 18 17,-35 35-1,17 17-16,-17 1 1,35 17 0,0 0-1,35 0 1,159-35 0,36-17-1,-72-36 1,-105 0-16,-53-36 31,36-52-15,-36 71-1,0-19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29:30.094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27869 5980 0,'0'-18'32,"-35"18"-17,-53 0 1,-18 70 0,-35-34-1,106-19 1,17-17 15,0 0-15,-17 36-1,106-1 79,70-35-78,88 0-1,53 0 1,18 0 0,18 0-1,17 0 1,-106 0-1,106 88 1,-35-17 0,-212-71-16,36 0 15,-89-36 48,-35-16-48,0-72 1,0 53 0,0-17-1,-264-53 1,-107 53 0,-123 35-1,265 18-15,-53 35 16,158 0-1,36 17 1,35 89 0,-88 88-1,-35-17 1,-54-19 0,107-87-1,123-36 16,0-17 1,88 17-17,0 0-15,36-17 16,299 0 0,-17-18-1,70-106 1,-70-18-1,-265 89 1,-124 18 0,-17-1-1,-17 0 1,-1-17 0,-35 0-1,-300-1 16,-17 1-31,-618-18 16,353 53 0,335 0-1,212 0 1,53 0 0,0 53-1,17 53 1,18-18-1,0-53 1,18-17 0,264 17-1,159-35 1,17 0 0,-263 0-16,16-70 15,-158 17 16,-53-18-15,0 18 0,0-35-1,18 35 1,-18 0 0,0 0-1,-36 18 1,-140 35-1,-230 0 1,-88 0 0,389 53-16,34 53 15,71 0 1,53 0 0,-18-36 15,36-35-16,123 1 1,88-36 0,89 0-1,-1-124 1,-247 1 0,-123 35-1,0 17 1,0 36-16,-70-53 15,-71 17 1,53 36 0,-36 35-1,-176 17 1,-70 142 0,246 17-1,124 107 16,177 52-15,140-106 0,-87-194-1,34-35 1,-140-35-16,87-194 16,71-71-1,-140 0 1,-72 88-1,-70 71 1,0 124 0,-18-1-1,-193 36 1,17 88 0,35 70-1,124 106 16,35-105-15,70-72-16,195 19 16,-89-124-1,-52-18 1,-54-123 0,-34-18-1,-36-70 1,-18 123-1,-53 36 1,36 70 15,-141 70-15,52 18-16,-35 71 16,1 123-1,158-211 16,70-53-15,213-18 0,16-106-1,-87-71 1,-159-17 0,-53 71-1,-141-1 1,0 71-1,0 53 1,88 0-16,-106 89 16,-88 246-1,212-35 1,35-159 0,70-71-1,18-70 16,-17 0-15,35-123 0,-71-71-1,-35 53 1,-53 35 0,-141 71-1,53 35-15,-106 0 16,88 88-1,142 0 1,17-17 0,88-1-1,-53-70 1,53 0 0,-17-18-1,-53-87 16,-18-36-15,0 70 0,0 18-1,0 18-15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29:40.200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9596 7796 0,'-194'0'140,"105"0"-124,-140 0 0,0 0-1,105-35 1,18 35 0,36 0-1,17 0 1,35 0-1,-52-18 1,-54 18 0,18-35-1,1 0 1,16 17 0,72 18-1,-1 0 16,-70 0-15,-88-35 0,17 0-1,-35-1 1,106 19 0,17-18-1,53 35 1,1 0 15,-195-18-15,159-17-16,-53 35 15,53 0 1,18 17 62,0 1-47,35 17 1,-18 18-1,-17-18-16,35 1 1,-18 17 0,18-18 15,0 0 47,18-35-47,70 18 1,-53-18-17,36 35 1,-18-35-1,17 0 1,89 18 0,0 17-1,106-35 1,17 0 0,35 0 15,-70 0-16,-194 0 1,-35 0 15,105-18-15,142 1 0,70 17-1,-229 0 1,-89 0-1,19 0 48,-19-18-47,19 0-16,-19 1 15,1-1 16,0 18-15,-18-35 0,0 17-1,-36-17 32,36 17-31,-88 18-1,0-35 1,53 35-16,17 0 16,-70-18-1,35 18 1,-18 0 0,1 0-1,-71 0 16,-1-35-15,1 0 0,106 35-1,17 0 1,-17 0 15,-53 0-15,35 0-16,-70 0 15,-18-18 1,70-17 0,0 17-1,-70 18 1,18-35 0,52 35-1,-35 0 16,-35 0-15,88 0 0,36 0-1,-1 0 1,0 0 0,-70 0-1,-18 0 1,71 0-1,18 18 17,17 17-1,-53 18-15,35 0-1,0-18 16,18 0 48,0-17-64,0 0 1,0-1-1,18 1 17,17-18-17,-17 53 1,35-18 0,-36 0-1,36-17 16,-35 0-15,17 17 0,-17-17-1,17 17 1,18-18 0,-53 1-1,71 0 1,17-1-1,35 19 1,-17-1 0,-88-35-16,141 35 15,-89-17 1,1-18 0,-1 0-1,-17 0 16,53 0-15,0 0 0,0 0-1,-36 0 1,1-18 0,-36-17-1,36-18 1,52 18-1,18-18 1,-53 53 0,-70-18 46,70-52-31,-35 52-15,0-17 0,-35 35-1,-1 0 17,1 0-17,-18-18 1,35 18-1,-17-18 17,-18-17-17,0 17 1,0-34 0,-35 16-1,-1 19 16,1-1-15,-177-17 0,36-1-1,52-16 1,36 34 0,53 18-1,-18 0 1,-70 0-1,-89 0 1,-35 0 0,71 0-1,52 0 1,107 0-16,-19 0 16,1-35-1,-53 35 16,-18 0-15,-106 0 0,54 0-1,122 0 1,-17 0 31,-35 0-32,-88 88 1,123-53 0,53-17 15,0 35-15,0 35-1,0-18 16,53 36-15,-53-88 0,53 52-1,0-34 1,-18-1 0,53 0-1,18 36 1,158 70-1,-122-141 1,52 0 0,-89 0-1,-52 0 1,-35 0 15,53 0 0,123 0-15,176 0 0,-123-35-1,-194-1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29:47.296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9313 7920 0,'18'18'62,"-36"-18"-15,-35 35-31,-88-35-1,35 17 1,18-17-1,71 0 1,-1 0 0,-17 18-1,17 0 17,18 17-1,18-35-16,88 35 1,52-52 0,-34-54-1,-54 53 1,19 18 0,-72 0-1,-17-17 1,35-1 15,-35 1-15,0-19-1,0 19 1,-17 17 0,-1 0-1,-35 0 16,-53 0-15,-17 0 0,52 0-1,54 0-15,-1 0 16,0 0 0,1 0-1,-18 0 1,-18 0-1,0 35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29:59.926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6579 7549 0,'0'0'16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29:59.931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6597 7602 0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30:15.748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16316 9719 0,'18'0'109,"-1"0"-93,19 0-1,-1 0 1,18 0-1,-36 0 1,19 0 47,-19 0-32,1 0-16,-36 0 204,-17 0-188,17 0-15,1 0 31,-19 0-31,19 0-1,-1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30:17.237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23671 9701 0,'0'0'0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30:21.919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23760 9860 0,'35'0'156,"-18"-18"-141,1 18 17,0 0-17,17 0 1,0 0 31,-17 0-32,17 0 1,1 0 0,-19-17-1,18 17 32,1 0-31,-19 0-1,36 0 17,-35 0-17,52 0 48,1 0-32,-36 0-15,-17 0-1,17 0 1,1 0 0,-19 0-1,36 0 1,-35 0-1,35 17 1,-36-17 0,1 0 15,0 0-15,17 0 30,0 36-30,0-36 0,-17 0 31,0 0 15,-1 0 16,-17-18-31,18 0-31,-18-17 15,18 35-15,-18-17 155,-36 17-124,19 0-31,-19-18 0,-17 18 15,18 0-16,0 0 1,0 0 0,-54 0-1,72 0 1,-1 0 0,1 0-1,-36 0 16,0 0-15,17 0 0,1 0-1,17 0-15,-17 0 16,0 0 0,-18-35-1,35 35 1,-17 0 15,0 0-15,0-18-1,17 18 1,0 0 0,1 0-1,-19 0 48,1 0-48,0-18 1,17 18 0,0 0 15,1-17 109,70-1-93,-36 18-31,19 0 0,-1 18-1,-17-18 1,35 0-1,17 0 1,-17 0 0,-35 0-16,-1 0 15,36 0 1,-35 0 0,-1 0 30,19 0-30,-19 0 0,19 0-1,-1 0 1,0 17 0,1-17 77,-1 0-61,18 0 30,-36 0-31,1 0-15,0 0 15,17 0 16,0 0 0,-17-17-16,-1 17 32,19 0-48,-19 0 392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30:23.478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23830 9631 0,'18'0'140,"17"0"-108,18 0-1,-35 0-16,-1 0 1,19 0 0,-19 0-1,1 0 17,-1 0-17,54 0 32,-71 17-31,35-17 15,-17 0-15,0 0-1,34 0 16,-16 0 1,-36 18-17,53-18 17,-36 0-17,1 0 1,17 0-1,-17 0 48,17 0-47,-17 18 15,-1-18-16,1 0 17,0 0 46,-1 17-16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30:51.911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10954 7814 0,'35'0'62,"36"0"-31,-54 0-15,54 0 0,-36 0-1,53 0 1,-17 0 0,-54 0-1,19 0 1,-1 35 15,18-17-15,35 0-1,0 17 1,-52-35 0,-19 0-1,36 35 32,106 18-31,88-18-1,0 1 1,-88-19 0,-124 1-1,18-18 32,194 53-31,-106-53-1,-71 0 1,-17 0 0,-35 0-1,17 0 16,0 0-15,54 0 0,105 0-1,-89-35 1,-34 17 0,-36 18-1,1-35 1,122-18-1,-87 17 1,-53 36 0,-1-35-1,-17 18 1,0-1 0,0 0 46,-106 18-46,1 0-1,69 0 1,-17 18 0,18-18 15,-88 0-16,-19 0 1,-34 0 0,-18 0-1,53 0 1,70 0 0,-17 0 15,-18 0-16,-123 0 1,88 0 0,35 0-1,36 0 1,34 0 0,19 0-1,-36 0 1,-18 0-1,-70 0 1,71 0 0,52 0-1,-17 0 48,17 0-48,0 0 17,107 0 61,16 0-77,-52-35 0,71 35-1,-36-36 1,53-17 0,0 53-1,36 0 16,34 0-15,-70-35 0,-141 17-1,36 18 48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30:54.660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18186 9948 0,'-124'0'125,"18"0"-94,18 18 0,71-18-15,-19 18 0,36-1 15,0 1 172,18 0-156,0-18-31,17 0-1,0 0 1,18 0-1,-18 0 1,54 0 0,-54-18-1,-18 18 1,19-35 0,-19 35 124,-17-18-77,-53 0-48,-17 1 1,35-1 0,35 0-1,-89 18 16,19 0-15,-36 0 0,88 0-16,1 0 15,-89 18 1,88 0 0,1-1 62,-1 19-47,18 34 0,35 1 0,1-36 1,-19-35-1,1 0-15,35 0-1,0 0 1,-18 0-1,0 0 1,-17 0 0,-1 0-1,1 0 1,0 0 0,17 0 30,-17-35-30,-1 35 0,1 0-1,0-18 1,-1 0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30:56.678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26970 10178 0,'-18'-18'31,"-246"-105"0,158 105-15,-18-17 0,89 17-1,-71 18 1,36 0 0,-54 0-1,36 0 1,-35 0-1,70 0 1,35 0 0,18 35 46,0 36-31,0-36-15,18 0 0,-1-35-1,36 0 1,0 0 0,0 18-1,-18-18 1,-17 0-1,35 0 1,0 0 0,0 0 15,-18-35-15,18 17-1,17-17 16,1 17-15,-53 1 0,-1 17-1,1 0 1,35 0 0,17-18-1,-52 18-15,17-35 16,18-1-1,-35 1 1,17 17 0,-35 1-1,0-1 17,0-35-1,-53 36-16,18-1 1,-18 18 0,0 0-1,35 0-15,-87 35 16,69-17 0,1-1-1,17 1 1,1 35 15,17-18-15,0 18-1,0 18 1,35 17 0,0-35-1,36 0 16,105-18-15,-123-17 0,-18-18-1,1 0 1,-19 0 0,1 0-1,0 0 1,35-71-1,-36 54 1,1-19 0,-18 19 15,0-54-15,0 1-1,-18 17 16,-35-18-15,18 18 0,0 18-1,17 35 1,-35 0 0,18 0 15,35 17-16,0 1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27:57.5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7250 10566 0,'35'0'62,"0"0"-31,36 0-15,17 0 0,-35 0-1,35 0 1,18 0 0,0 0-1,-18 0 16,18 0-15,17 35 0,36-17-1,-18-18 1,-70 35 0,34-35-1,-69 0 1,-19 0-1,54 18 1,17-18 0,53 0-1,18 0 1,-88 0-16,-19 0 16,54 0-1,-70 0 16,69 0-15,107 0 0,17 0-1,-70 0 1,-88 0 0,-54 0-1,36 0 16,53 0-15,-18 0-16,0 0 16,54 0-16,52 0 15,-124 0 1,-35 0 109,-17-36-94,0 36-15,-1-35-16,19 17 15,-36-35 1,35 1 0,-35 16-1,0 1 1,0 0 0,0-18-1,0 35 16,-18-88-15,18 53 0,0 18-1,0-18 1,0 36-16,0-36 16,0 35-1,0-35 1,0 18-1,0-18 1,0 0 0,0 18-1,0-1 1,-17-17 0,17 36-1,-18-1 16,0-35-15,-17 36-16,17-1 16,-17-17-1,0 35 1,0 0 0,17 0-1,-106-36 1,19 19-1,-36 17 1,17-35 0,18-18-1,0 53 1,-35-36 0,-18 36-16,-158-35 15,-36-35 16,124 70-15,0 0 0,-18 0-1,-88 0 1,105 0 0,1 0-1,-18 0 1,53 0-1,53 0 1,35 0 0,88 0-16,-35 0 15,36 0 1,-71 35 0,-1-18-1,54-17 16,35 18-15,0 17 31,-35 1-31,-18 34-1,0 18 1,35-35-16,-17 18 15,17-18 1,18 17 0,0 1-1,0-18 1,-17 17 0,17-17-1,-18-17 16,1-36-15,34 52 0,-17 37-1,18-1 1,-18-53-16,17-17 16,1-18 15,17 35-16,-35 36 1,53-36 0,0 35-1,-35-70 1,0 18 0,34-18-1,37 18 16,34-1-15,-35 1-16,36-18 16,70 35-1,17-35 1,-34 0 0,-54 0-1,-87 18 1,17-18-1,-36 0 1,36 0 0,-35 0-1,-1 0 1</inkml:trace>
  <inkml:trace contextRef="#ctx0" brushRef="#br0" timeOffset="5903.47">21960 13423 0,'-17'0'31,"-1"-35"0,-35-36-15,18 1 0,0-18-1,35 17 1,0 1 0,0 17-16,-18-36 15,18 54 16,-35-53-15,17 35 0,0 35-1,18-17 32,0-18-31,0-53-1,0 36 1,0-36 0,0 71-1,18-1 1,-18 19 15,0-19 0,18-16-15,-1 16 0,-17 19 62,53-1-63,247-53 1,-53 36 0,-53 35-1,53 0 1,106 0 0,0 0-1,52 0 16,-34 0-15,-124 0 0,-141 0-1,-1 0 1,213 0 0,-36 0-1,89 0 1,-125 0-1,-104 0 1,-54 18 0,88-18-1,18 0 1,-53 0 0,-105 0-1,-1 0 48,-18 17-1,36 36-46,-53-35-16,53 53 15,-53-1 1,36 36 0,-19 17-1,36 124 1,-53-176-16,35 88 16,1-71-16,-36 53 15,17-88 16,-17 17-15,0 1 0,0 35-1,0-18 1,0-70 0,0-1 15,0 1-16,-17 0 1,-19-1 0,1-17-16,-71 35 15,-88-17 1,-88 35 0,-53-18-1,-35 1 16,87-36-15,160 0 0,17 0-1,-53 0 1,-105 0 0,87 0-16,36 0 15,-106 0 1,159 0-16,-71 0 15,-17 0 1,-53 0 0,105-18-1,18 18 1,36 0 0,-71-18-1,-53 18 16,-18 0-15,71 0 0,70 0-1,36-17 1,35-1 0,-88 18-1,-53-18 1,35-17-1,71 35 1,17 0 31,18-18-16,-18 1 0,1-18 16,17 17 16,-18 0-48,-17-52 17,-18-1-17,53 54 1,-18-1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09T12:32:34.1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18292 17551 0,'0'0'0,"-53"0"32,35 0-17,-35 0-15,-123 0 16,-71 0-1,53 0 1,123 17 0,-17 36-1,53-53 1,17 36 0,-53 16 15,54-34 0,-1 17-15,18 18-1,0 18 1,0-36 0,0 36-1,0 35 1,35-1-1,-17-69 1,35-1 0,-18 0-1,1 0 1,16 1 0,19-1-1,-53-17 16,52-18-15,-34 0 0,-1 0-1,141 0 1,106 0 0,1 0-1,-178 0 1,-87 0-1,35 0 17,18 0-17,-54-18 1,18 0 0,1 18-1,-19-35 16,1 0-15,-18-18 0,0-18-1,0-34 1,0-72 0,0-17-1,0 53 1,-18 106-1,18 17-15,-17 0 16,-1 18 0,0 0-1,-17-17 1,18 17 0,-1 0 15,0 0-16,-17 0 1,17 0 0,1 0-1,-36 0 1,18 0 0,-1 0-1,1 0 1,17 0 15,-17 0-15,0 0-1,-18 0 1,35 17 93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6B9B-867A-BB09-60CF-330003EF9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08C49-0B29-D7E7-8AED-92E85A97A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A86A9-DBE6-A2DB-0EEB-F2C963C33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9A84-04F0-4E2A-8C99-027CA6E1F0E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AD253-E6A7-7AFF-5C86-A114B65CB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84BA-AA6E-EC00-993E-E2A70E4C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C834D-A9FF-479C-A110-0BB43BD0B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480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936A-7045-D15F-B514-A7787F2B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C3C79-0882-2834-36EF-0EB770CF1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478B6-6F7D-14B2-7D82-40E615379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9A84-04F0-4E2A-8C99-027CA6E1F0E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55959-F4E1-71E2-6FC9-B99CD068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EE7EB-C9F8-AF5A-CA01-77564081C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C834D-A9FF-479C-A110-0BB43BD0B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15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DF20-DEF4-C9DB-73B7-BA6190D23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C8F96-2709-4D7B-9106-46DAF173D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39B57-4A2C-98E1-8FB9-AE1D78EE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9A84-04F0-4E2A-8C99-027CA6E1F0E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FE3E3-2C4E-F689-DF69-73F84F31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81DB2-6E1E-3735-7085-A7DED9AA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C834D-A9FF-479C-A110-0BB43BD0B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92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58F7-A74F-C30B-E690-FC206497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F4999-BA26-EFA3-EE13-0CAE70A8A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82D74-2D5D-83B4-ACD3-9D17C1C01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87185-A524-93E8-21CE-F9C96FF5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9A84-04F0-4E2A-8C99-027CA6E1F0E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9F642-FA4D-2950-A371-996854AE1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AE256-CDC2-5FDC-A08B-93B661BAB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C834D-A9FF-479C-A110-0BB43BD0B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088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78F39-564E-02D3-DB24-AE35A69D8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27E5F-2871-AA88-B1D3-22B708D30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1519D-1351-55B2-F38A-FC9EE69F0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403E9-8247-8441-3559-27BD83669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06630F-8A2D-44D4-D044-7D1DC51CE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FB4648-44CD-497E-2720-DEE8EB477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9A84-04F0-4E2A-8C99-027CA6E1F0E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18B54-C5B2-82D2-34B2-45DF3A631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F6341-E624-E594-731E-DA3B0F2EF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C834D-A9FF-479C-A110-0BB43BD0B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887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1BAA-E80F-8864-CF4B-23D488E6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F9791-BCD0-B128-6EF9-C7403CA4F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9A84-04F0-4E2A-8C99-027CA6E1F0E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58179-9739-D1CE-F4B4-79224C21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BDE3C-E2D2-AF1C-4551-B774B5EF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C834D-A9FF-479C-A110-0BB43BD0B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246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168BE-5F99-1879-BFAF-41C0B058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9A84-04F0-4E2A-8C99-027CA6E1F0E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383C8-98FE-F7EB-FE88-1368356B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0D97E-520E-642F-ACEE-E36F06BF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C834D-A9FF-479C-A110-0BB43BD0B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21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BC3E-57AB-75A4-DDCA-29D083A39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C2426-392C-D8F6-D3EC-702AF834D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EF536-6008-E7FC-933A-3D39BACA0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E4076-3E92-8708-2294-B0C9EF230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9A84-04F0-4E2A-8C99-027CA6E1F0E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D7305-5045-0A3A-1413-224BB0A4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703AB-D6A6-8DDF-56D2-3BE8856F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C834D-A9FF-479C-A110-0BB43BD0B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0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9244-2DED-9055-55FF-0C3C2A97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06CB33-EDB7-0AD9-8136-8E61E1276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C164F-B3CE-E345-B2DE-4E8E3BA54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3D874-002C-FFBC-D1CB-297E93534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9A84-04F0-4E2A-8C99-027CA6E1F0E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F9340-FCAE-6F75-470C-1E684131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27D80-0E02-6B5E-5D3A-BC7D02DB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C834D-A9FF-479C-A110-0BB43BD0B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243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46B7-8865-686B-C1D1-2F8FDA13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F5CB2-A79A-E904-EB75-193B0AA7B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1C511-F2EB-BF07-05AF-F4F0DFBD8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9A84-04F0-4E2A-8C99-027CA6E1F0E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BAAFC-864B-7AAA-C2E8-B899DFE29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9ACFB-8809-8B79-22B9-64C298D1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C834D-A9FF-479C-A110-0BB43BD0B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814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A10BC-262A-8B13-220F-B10B46F7A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F1F44-E0B9-D122-2FEF-C9357FA31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72F38-BAF2-45BF-26B3-FE6B67188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9A84-04F0-4E2A-8C99-027CA6E1F0E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130AB-DFB8-2118-FDD9-D923C6F1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8CCC1-39D4-9DE1-D3CD-B0DF2347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C834D-A9FF-479C-A110-0BB43BD0B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27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E3C7D-9FCB-3DF8-B8EA-4B569F71C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9648D-D18D-E15F-7F75-8F0801A92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4994A-2294-5779-A094-5F706F2C7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A9A84-04F0-4E2A-8C99-027CA6E1F0E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DB528-0EFC-091D-9AE7-A6CF0F3B9E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D3EDD-C9F3-FE8F-B534-5A6B0987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8C834D-A9FF-479C-A110-0BB43BD0B5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511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8.xml"/><Relationship Id="rId18" Type="http://schemas.openxmlformats.org/officeDocument/2006/relationships/image" Target="../media/image20.png"/><Relationship Id="rId26" Type="http://schemas.openxmlformats.org/officeDocument/2006/relationships/image" Target="../media/image24.png"/><Relationship Id="rId3" Type="http://schemas.openxmlformats.org/officeDocument/2006/relationships/customXml" Target="../ink/ink3.xml"/><Relationship Id="rId21" Type="http://schemas.openxmlformats.org/officeDocument/2006/relationships/customXml" Target="../ink/ink13.xml"/><Relationship Id="rId7" Type="http://schemas.openxmlformats.org/officeDocument/2006/relationships/customXml" Target="../ink/ink5.xml"/><Relationship Id="rId12" Type="http://schemas.openxmlformats.org/officeDocument/2006/relationships/image" Target="../media/image18.png"/><Relationship Id="rId17" Type="http://schemas.openxmlformats.org/officeDocument/2006/relationships/customXml" Target="../ink/ink11.xml"/><Relationship Id="rId25" Type="http://schemas.openxmlformats.org/officeDocument/2006/relationships/customXml" Target="../ink/ink15.xml"/><Relationship Id="rId2" Type="http://schemas.openxmlformats.org/officeDocument/2006/relationships/image" Target="../media/image13.png"/><Relationship Id="rId16" Type="http://schemas.openxmlformats.org/officeDocument/2006/relationships/customXml" Target="../ink/ink10.xml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7.xml"/><Relationship Id="rId24" Type="http://schemas.openxmlformats.org/officeDocument/2006/relationships/image" Target="../media/image23.png"/><Relationship Id="rId5" Type="http://schemas.openxmlformats.org/officeDocument/2006/relationships/customXml" Target="../ink/ink4.xml"/><Relationship Id="rId15" Type="http://schemas.openxmlformats.org/officeDocument/2006/relationships/image" Target="../media/image19.png"/><Relationship Id="rId23" Type="http://schemas.openxmlformats.org/officeDocument/2006/relationships/customXml" Target="../ink/ink14.xml"/><Relationship Id="rId28" Type="http://schemas.openxmlformats.org/officeDocument/2006/relationships/image" Target="../media/image25.png"/><Relationship Id="rId10" Type="http://schemas.openxmlformats.org/officeDocument/2006/relationships/image" Target="../media/image17.png"/><Relationship Id="rId19" Type="http://schemas.openxmlformats.org/officeDocument/2006/relationships/customXml" Target="../ink/ink12.xml"/><Relationship Id="rId4" Type="http://schemas.openxmlformats.org/officeDocument/2006/relationships/image" Target="../media/image14.png"/><Relationship Id="rId9" Type="http://schemas.openxmlformats.org/officeDocument/2006/relationships/customXml" Target="../ink/ink6.xml"/><Relationship Id="rId14" Type="http://schemas.openxmlformats.org/officeDocument/2006/relationships/customXml" Target="../ink/ink9.xml"/><Relationship Id="rId22" Type="http://schemas.openxmlformats.org/officeDocument/2006/relationships/image" Target="../media/image22.png"/><Relationship Id="rId27" Type="http://schemas.openxmlformats.org/officeDocument/2006/relationships/customXml" Target="../ink/ink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rexamples-golnaz.shinyapps.io/App-3/" TargetMode="External"/><Relationship Id="rId2" Type="http://schemas.openxmlformats.org/officeDocument/2006/relationships/hyperlink" Target="https://rexamples-golnaz.shinyapps.io/App-2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6AB9E-1D07-6102-7B19-80C3C280D4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to Probability and Statistics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4CM521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BD971-B747-577C-A713-57666BAE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5400" dirty="0">
                <a:latin typeface="Arial" panose="020B0604020202020204" pitchFamily="34" charset="0"/>
                <a:cs typeface="Arial" panose="020B0604020202020204" pitchFamily="34" charset="0"/>
              </a:rPr>
              <a:t>The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64565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FE96C-CA9D-53E0-03E8-542BE45BD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60817-E290-DD13-DFCF-C0BB158AA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2491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effectLst/>
                <a:ea typeface="Calibri" panose="020F0502020204030204" pitchFamily="34" charset="0"/>
              </a:rPr>
              <a:t>Normal distribution is the most important continuous probability distribution which describes many phenomena that occur in nature, industry and research.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ea typeface="Calibri" panose="020F0502020204030204" pitchFamily="34" charset="0"/>
              </a:rPr>
              <a:t>It is also known as Gaussian distribution, in honor of Karl Gauss, a German mathematician.</a:t>
            </a:r>
            <a:endParaRPr lang="en-US" sz="1800" dirty="0"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ea typeface="Calibri" panose="020F0502020204030204" pitchFamily="34" charset="0"/>
              </a:rPr>
              <a:t>The normal distribution is defined by its mean (which is the peak of the distribution), and standard deviation (which determines the spread).</a:t>
            </a:r>
          </a:p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ea typeface="Calibri" panose="020F0502020204030204" pitchFamily="34" charset="0"/>
              </a:rPr>
              <a:t>Most of the data from a normal distribution can be expected to lie within 3 standard deviations of the mean.</a:t>
            </a:r>
            <a:endParaRPr lang="en-GB" sz="1800" kern="100" dirty="0">
              <a:effectLst/>
              <a:ea typeface="Calibri" panose="020F0502020204030204" pitchFamily="34" charset="0"/>
            </a:endParaRPr>
          </a:p>
          <a:p>
            <a:endParaRPr lang="en-GB" dirty="0"/>
          </a:p>
        </p:txBody>
      </p:sp>
      <p:pic>
        <p:nvPicPr>
          <p:cNvPr id="1026" name="Picture 2" descr="Gado/Gado via Getty Images">
            <a:extLst>
              <a:ext uri="{FF2B5EF4-FFF2-40B4-BE49-F238E27FC236}">
                <a16:creationId xmlns:a16="http://schemas.microsoft.com/office/drawing/2014/main" id="{2F823FD3-CF3C-B41B-B048-1F95ED252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7855" y="1690688"/>
            <a:ext cx="3655631" cy="415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15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C157-34C8-1CEB-669A-4203BAF6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variables are normally distributed?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AC663-BE09-055C-3B2F-4D6D8202A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Many averaged qualities: Rainfall, molecular velocities, football crowd attendance, test scores, </a:t>
            </a:r>
            <a:r>
              <a:rPr lang="en-GB" u="sng" dirty="0"/>
              <a:t>women’s height </a:t>
            </a:r>
            <a:r>
              <a:rPr lang="en-GB" dirty="0"/>
              <a:t>etc.</a:t>
            </a:r>
          </a:p>
          <a:p>
            <a:pPr>
              <a:lnSpc>
                <a:spcPct val="150000"/>
              </a:lnSpc>
            </a:pPr>
            <a:r>
              <a:rPr lang="en-GB" dirty="0"/>
              <a:t>Some are definitely </a:t>
            </a:r>
            <a:r>
              <a:rPr lang="en-GB" b="1" dirty="0"/>
              <a:t>not</a:t>
            </a:r>
            <a:r>
              <a:rPr lang="en-GB" dirty="0"/>
              <a:t> normal. </a:t>
            </a:r>
          </a:p>
          <a:p>
            <a:pPr>
              <a:lnSpc>
                <a:spcPct val="150000"/>
              </a:lnSpc>
            </a:pPr>
            <a:r>
              <a:rPr lang="en-GB" dirty="0"/>
              <a:t>Key indicators are asymmetry and heavy tails: Wages, share prices, waiting times etc.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8826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CC855-E223-081A-7585-60F12254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E7EA7-4B96-FDDD-CD2E-12704BAFD6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 continuous random variable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having the bell-shaped distribution is called a</a:t>
                </a:r>
                <a:r>
                  <a:rPr lang="en-GB" kern="100" dirty="0">
                    <a:ea typeface="Calibri" panose="020F0502020204030204" pitchFamily="34" charset="0"/>
                  </a:rPr>
                  <a:t> 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normal random variable.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 equation for the probability distribution depends upon two parameters, the mean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and the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and usually denoted by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E7EA7-4B96-FDDD-CD2E-12704BAFD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44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A9C2C-EC30-ADEA-75A0-FEEE1C125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(continued)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3328D3-065F-77A1-05FD-D2399D2A43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The probability density function of the normal distribution is defined as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𝜋𝜎</m:t>
                                    </m:r>
                                  </m:e>
                                </m:rad>
                              </m:den>
                            </m:f>
                            <m:sSup>
                              <m:sSupPr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sSup>
                                  <m:sSup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sup>
                            </m:sSup>
                          </m:e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𝑓𝑜𝑟</m:t>
                            </m:r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−∞&lt;</m:t>
                            </m:r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&lt;∞</m:t>
                            </m:r>
                          </m:e>
                        </m:mr>
                      </m:m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=3.14159…,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=2.71828…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3328D3-065F-77A1-05FD-D2399D2A4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689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9806-015C-E5D0-2EC5-6A7475B5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the Normal distribution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3EE557-27BA-5E1E-8147-C269C4AB94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07460" cy="4351338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The main properties of the normal distribution are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 mean, median and mode occur at</a:t>
                </a:r>
                <a:r>
                  <a:rPr lang="en-US" i="1" kern="100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i="1" kern="100" dirty="0">
                    <a:effectLst/>
                    <a:ea typeface="Times New Roman" panose="02020603050405020304" pitchFamily="18" charset="0"/>
                  </a:rPr>
                  <a:t> 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 curve is symmetrical about a vertical axis through the mean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romanLcPeriod"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The total area under the curve is 1.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3EE557-27BA-5E1E-8147-C269C4AB9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07460" cy="4351338"/>
              </a:xfrm>
              <a:blipFill>
                <a:blip r:embed="rId2"/>
                <a:stretch>
                  <a:fillRect l="-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DC132E-D6A4-D12C-92FB-292ED340FAA0}"/>
                  </a:ext>
                </a:extLst>
              </p14:cNvPr>
              <p14:cNvContentPartPr/>
              <p14:nvPr/>
            </p14:nvContentPartPr>
            <p14:xfrm>
              <a:off x="7861320" y="3479760"/>
              <a:ext cx="3333960" cy="304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DC132E-D6A4-D12C-92FB-292ED340FA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51960" y="3470400"/>
                <a:ext cx="3352680" cy="306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0012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72028C-E605-A8F5-E55E-140296FAD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282" y="365125"/>
            <a:ext cx="8456228" cy="634289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3C5BE5-15B6-527A-7B8A-0FAF59D319DB}"/>
                  </a:ext>
                </a:extLst>
              </p14:cNvPr>
              <p14:cNvContentPartPr/>
              <p14:nvPr/>
            </p14:nvContentPartPr>
            <p14:xfrm>
              <a:off x="4927680" y="1771560"/>
              <a:ext cx="1499040" cy="3765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3C5BE5-15B6-527A-7B8A-0FAF59D319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18320" y="1762200"/>
                <a:ext cx="1517760" cy="378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4329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B31E-703B-7E83-5107-32E0FE8E6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Kurtosis &amp; the Normal distribution</a:t>
            </a:r>
          </a:p>
        </p:txBody>
      </p:sp>
      <p:pic>
        <p:nvPicPr>
          <p:cNvPr id="4" name="Picture 2" descr="http://www.signalfinancialgroup.com/images/Kurtosis.jpg">
            <a:extLst>
              <a:ext uri="{FF2B5EF4-FFF2-40B4-BE49-F238E27FC236}">
                <a16:creationId xmlns:a16="http://schemas.microsoft.com/office/drawing/2014/main" id="{3CBDC1E7-8A91-51E8-53AE-8CCF471E5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410" y="1749046"/>
            <a:ext cx="8343078" cy="470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891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708DD-0E99-5844-8BD7-30FF0AF6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Normal distribution and the standard deviation, </a:t>
            </a:r>
            <a:r>
              <a:rPr lang="el-GR" dirty="0"/>
              <a:t>σ</a:t>
            </a:r>
            <a:endParaRPr lang="en-GB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9EF54EF2-48C2-F7EF-B324-43D35C67E917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3" t="12129" r="11603"/>
          <a:stretch>
            <a:fillRect/>
          </a:stretch>
        </p:blipFill>
        <p:spPr>
          <a:xfrm>
            <a:off x="1722408" y="1853481"/>
            <a:ext cx="4038600" cy="2057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2EEB9798-44B6-ED1A-C11A-82E1D921D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" r="3426"/>
          <a:stretch>
            <a:fillRect/>
          </a:stretch>
        </p:blipFill>
        <p:spPr>
          <a:xfrm>
            <a:off x="5913408" y="1991595"/>
            <a:ext cx="4038600" cy="17811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0DB9EAD0-8A5A-F4B2-A69B-FF24E9618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" r="3792"/>
          <a:stretch>
            <a:fillRect/>
          </a:stretch>
        </p:blipFill>
        <p:spPr>
          <a:xfrm>
            <a:off x="1990697" y="4128370"/>
            <a:ext cx="3502025" cy="2187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1">
            <a:extLst>
              <a:ext uri="{FF2B5EF4-FFF2-40B4-BE49-F238E27FC236}">
                <a16:creationId xmlns:a16="http://schemas.microsoft.com/office/drawing/2014/main" id="{0794E1E9-49D8-B1C7-D1F0-52D087820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8" r="4034"/>
          <a:stretch>
            <a:fillRect/>
          </a:stretch>
        </p:blipFill>
        <p:spPr>
          <a:xfrm>
            <a:off x="5913408" y="4310932"/>
            <a:ext cx="4038600" cy="18208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48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DAB8-62A2-DD4B-0949-77DF0C12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Normal distribution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D2C3C3-07C3-BE58-535A-933CF85E65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3309" y="1480567"/>
                <a:ext cx="10515600" cy="478220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The distribution of a normal random variable with mean 0 and variance 1 is called a standard normal distribution.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D2C3C3-07C3-BE58-535A-933CF85E65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3309" y="1480567"/>
                <a:ext cx="10515600" cy="4782209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1343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44DE-B2F7-2308-3C3D-6E096DA5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Normal distribution (continued)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60FFD5-F77D-C6CE-7473-EBA0F24360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We can transform any normal distribution to a standard one by means of transformation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It follows that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𝑑𝑧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𝜋𝜎</m:t>
                              </m:r>
                            </m:e>
                          </m:rad>
                        </m:den>
                      </m:f>
                      <m:nary>
                        <m:naryPr>
                          <m:limLoc m:val="subSup"/>
                          <m:ctrlPr>
                            <a:rPr lang="en-GB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𝜋𝜎</m:t>
                                  </m:r>
                                </m:e>
                              </m:rad>
                            </m:den>
                          </m:f>
                          <m:nary>
                            <m:naryPr>
                              <m:limLoc m:val="subSup"/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p>
                              </m:s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𝑑𝑧</m:t>
                              </m:r>
                              <m:r>
                                <m:rPr>
                                  <m:nor/>
                                </m:rPr>
                                <a:rPr lang="en-GB" kern="100" dirty="0">
                                  <a:ea typeface="Calibri" panose="020F0502020204030204" pitchFamily="34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rad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GB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(1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−0)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GB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;0,1)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60FFD5-F77D-C6CE-7473-EBA0F2436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2182FBE-A853-7A32-F636-3E9A7228330F}"/>
                  </a:ext>
                </a:extLst>
              </p14:cNvPr>
              <p14:cNvContentPartPr/>
              <p14:nvPr/>
            </p14:nvContentPartPr>
            <p14:xfrm>
              <a:off x="6458040" y="4502160"/>
              <a:ext cx="1111680" cy="305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2182FBE-A853-7A32-F636-3E9A722833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2200" y="4438800"/>
                <a:ext cx="1143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28AB0F-7E01-5807-7AF0-CFE5B460EDD3}"/>
                  </a:ext>
                </a:extLst>
              </p14:cNvPr>
              <p14:cNvContentPartPr/>
              <p14:nvPr/>
            </p14:nvContentPartPr>
            <p14:xfrm>
              <a:off x="9671040" y="2025720"/>
              <a:ext cx="1194120" cy="463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28AB0F-7E01-5807-7AF0-CFE5B460ED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55200" y="1962360"/>
                <a:ext cx="1225440" cy="59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A632656-6FDC-DD28-DB37-D307FC13B432}"/>
                  </a:ext>
                </a:extLst>
              </p14:cNvPr>
              <p14:cNvContentPartPr/>
              <p14:nvPr/>
            </p14:nvContentPartPr>
            <p14:xfrm>
              <a:off x="2324160" y="2673360"/>
              <a:ext cx="1130760" cy="317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A632656-6FDC-DD28-DB37-D307FC13B43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08320" y="2610000"/>
                <a:ext cx="116208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BF0F28A-6B2A-F122-05F6-9C8766803799}"/>
                  </a:ext>
                </a:extLst>
              </p14:cNvPr>
              <p14:cNvContentPartPr/>
              <p14:nvPr/>
            </p14:nvContentPartPr>
            <p14:xfrm>
              <a:off x="3181320" y="2838600"/>
              <a:ext cx="222480" cy="76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BF0F28A-6B2A-F122-05F6-9C876680379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65480" y="2775240"/>
                <a:ext cx="25380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21C4D17-8B2E-1936-287C-EC50B9C9B778}"/>
                  </a:ext>
                </a:extLst>
              </p14:cNvPr>
              <p14:cNvContentPartPr/>
              <p14:nvPr/>
            </p14:nvContentPartPr>
            <p14:xfrm>
              <a:off x="2368440" y="2717640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21C4D17-8B2E-1936-287C-EC50B9C9B77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52600" y="265428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B7A2178-2FF9-3A78-CBD2-60C5803F5C71}"/>
                  </a:ext>
                </a:extLst>
              </p14:cNvPr>
              <p14:cNvContentPartPr/>
              <p14:nvPr/>
            </p14:nvContentPartPr>
            <p14:xfrm>
              <a:off x="2374920" y="2736720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B7A2178-2FF9-3A78-CBD2-60C5803F5C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59080" y="267336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15AECE9-A448-F4D7-C8AA-7780AFB37825}"/>
                  </a:ext>
                </a:extLst>
              </p14:cNvPr>
              <p14:cNvContentPartPr/>
              <p14:nvPr/>
            </p14:nvContentPartPr>
            <p14:xfrm>
              <a:off x="5873760" y="3498840"/>
              <a:ext cx="8928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15AECE9-A448-F4D7-C8AA-7780AFB378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57920" y="3435480"/>
                <a:ext cx="1206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FCE2892-6526-74AE-F633-CBCF66767D13}"/>
                  </a:ext>
                </a:extLst>
              </p14:cNvPr>
              <p14:cNvContentPartPr/>
              <p14:nvPr/>
            </p14:nvContentPartPr>
            <p14:xfrm>
              <a:off x="8521560" y="349236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FCE2892-6526-74AE-F633-CBCF66767D1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05720" y="342900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4797E1A-801F-F6C3-7A84-660D4576E31C}"/>
                  </a:ext>
                </a:extLst>
              </p14:cNvPr>
              <p14:cNvContentPartPr/>
              <p14:nvPr/>
            </p14:nvContentPartPr>
            <p14:xfrm>
              <a:off x="8553600" y="3479760"/>
              <a:ext cx="387720" cy="76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4797E1A-801F-F6C3-7A84-660D4576E31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37760" y="3416400"/>
                <a:ext cx="4190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54128CF-B6B6-699F-CA1E-D2582BB427E8}"/>
                  </a:ext>
                </a:extLst>
              </p14:cNvPr>
              <p14:cNvContentPartPr/>
              <p14:nvPr/>
            </p14:nvContentPartPr>
            <p14:xfrm>
              <a:off x="8578800" y="3467160"/>
              <a:ext cx="260640" cy="25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54128CF-B6B6-699F-CA1E-D2582BB427E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562960" y="3403800"/>
                <a:ext cx="2919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C59B22D-1C41-C14D-7281-655753411E36}"/>
                  </a:ext>
                </a:extLst>
              </p14:cNvPr>
              <p14:cNvContentPartPr/>
              <p14:nvPr/>
            </p14:nvContentPartPr>
            <p14:xfrm>
              <a:off x="3943440" y="2787480"/>
              <a:ext cx="1117800" cy="1530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59B22D-1C41-C14D-7281-655753411E3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27600" y="2724120"/>
                <a:ext cx="11491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5A7468D-D6A0-0F88-73B0-B6D2FE85D310}"/>
                  </a:ext>
                </a:extLst>
              </p14:cNvPr>
              <p14:cNvContentPartPr/>
              <p14:nvPr/>
            </p14:nvContentPartPr>
            <p14:xfrm>
              <a:off x="6330960" y="3562200"/>
              <a:ext cx="222480" cy="95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5A7468D-D6A0-0F88-73B0-B6D2FE85D31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315120" y="3498840"/>
                <a:ext cx="2538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8EAD4B9-708F-E2B1-87B1-10AFC0B1EF3A}"/>
                  </a:ext>
                </a:extLst>
              </p14:cNvPr>
              <p14:cNvContentPartPr/>
              <p14:nvPr/>
            </p14:nvContentPartPr>
            <p14:xfrm>
              <a:off x="9302760" y="3517920"/>
              <a:ext cx="406800" cy="1972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8EAD4B9-708F-E2B1-87B1-10AFC0B1EF3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286920" y="3454560"/>
                <a:ext cx="4381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860F9D4-17CE-A95A-399F-D4261B5BE63A}"/>
                  </a:ext>
                </a:extLst>
              </p14:cNvPr>
              <p14:cNvContentPartPr/>
              <p14:nvPr/>
            </p14:nvContentPartPr>
            <p14:xfrm>
              <a:off x="2311560" y="3314880"/>
              <a:ext cx="7442280" cy="16513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860F9D4-17CE-A95A-399F-D4261B5BE63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302200" y="3305520"/>
                <a:ext cx="7461000" cy="167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0129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FC033-A78C-34F7-A95B-3EC6D6FA4E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13"/>
          <a:stretch/>
        </p:blipFill>
        <p:spPr bwMode="auto">
          <a:xfrm>
            <a:off x="884381" y="337534"/>
            <a:ext cx="10816790" cy="652046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EC381EE-A0E3-4B4A-CAB4-7E4DD01AA39C}"/>
                  </a:ext>
                </a:extLst>
              </p14:cNvPr>
              <p14:cNvContentPartPr/>
              <p14:nvPr/>
            </p14:nvContentPartPr>
            <p14:xfrm>
              <a:off x="6203880" y="6299280"/>
              <a:ext cx="565560" cy="336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EC381EE-A0E3-4B4A-CAB4-7E4DD01AA3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4520" y="6289920"/>
                <a:ext cx="584280" cy="35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8622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7F0D77-E919-11A0-619E-21E1AAD51B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5668"/>
                <a:ext cx="10515600" cy="4391295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 scores on a standardized test follow a normal distribution with a mean (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) of 75 and a standard deviation (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) of 10. A student named Alex scored 85 on the test. Calculate the z-score for Alex's score. Interpret the z-score in the context of the distribution.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7F0D77-E919-11A0-619E-21E1AAD51B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5668"/>
                <a:ext cx="10515600" cy="4391295"/>
              </a:xfrm>
              <a:blipFill>
                <a:blip r:embed="rId2"/>
                <a:stretch>
                  <a:fillRect l="-522" r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D47EE3B-3F94-24B7-F101-AC1BDD8DD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 8.2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8996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82A61E-EF59-F1D8-B74A-B4E3630655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97811"/>
                <a:ext cx="10515600" cy="4735902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70000"/>
                  </a:lnSpc>
                  <a:spcAft>
                    <a:spcPts val="800"/>
                  </a:spcAft>
                  <a:buNone/>
                </a:pPr>
                <a:r>
                  <a:rPr lang="en-US" u="sng" kern="100" dirty="0">
                    <a:effectLst/>
                    <a:ea typeface="Calibri" panose="020F0502020204030204" pitchFamily="34" charset="0"/>
                  </a:rPr>
                  <a:t>Solution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7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To calculate the z-score, you can use the formula: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7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7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is the individual score (85 for Alex),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is the mean (75) and</a:t>
                </a:r>
                <a:r>
                  <a:rPr lang="en-US" i="1" kern="100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is the standard deviation (10). Now calculating the z-score for Alex: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7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85−75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82A61E-EF59-F1D8-B74A-B4E3630655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97811"/>
                <a:ext cx="10515600" cy="4735902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D37084F-957E-0DDB-F814-FE96F0C55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 8.2 (continued)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0151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B4DB-35BA-3288-1752-3BC53A0B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6D37C-11C7-5306-F6E3-3DB799E4E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kern="100" dirty="0">
                <a:effectLst/>
                <a:ea typeface="Times New Roman" panose="02020603050405020304" pitchFamily="18" charset="0"/>
              </a:rPr>
              <a:t>A z-score of 1 means that Alex's score is 1 standard deviation above the mean. </a:t>
            </a:r>
          </a:p>
          <a:p>
            <a:r>
              <a:rPr lang="en-US" kern="100" dirty="0">
                <a:effectLst/>
                <a:ea typeface="Times New Roman" panose="02020603050405020304" pitchFamily="18" charset="0"/>
              </a:rPr>
              <a:t>In the context of the distribution, this indicates that Alex performed relatively well compared to the average student, as his score is above the mean.</a:t>
            </a:r>
            <a:endParaRPr lang="en-GB" kern="100" dirty="0">
              <a:effectLst/>
              <a:ea typeface="Calibri" panose="020F050202020403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4798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62043C-630E-AC57-197A-72A49D79F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82" y="1313992"/>
            <a:ext cx="10701513" cy="462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5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1DC42-4534-BB5D-62B9-B062DECBB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5E2B7-288B-EFB1-04E8-AA4C89306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The Normal Distribution is amazing, mathematically beautiful and incredibly useful.</a:t>
            </a:r>
          </a:p>
          <a:p>
            <a:pPr>
              <a:lnSpc>
                <a:spcPct val="150000"/>
              </a:lnSpc>
            </a:pPr>
            <a:r>
              <a:rPr lang="en-GB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https://rexamples-golnaz.shinyapps.io/App-2/</a:t>
            </a:r>
            <a:r>
              <a:rPr lang="en-GB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https://rexamples-golnaz.shinyapps.io/App-3/</a:t>
            </a:r>
            <a:endParaRPr lang="en-GB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3759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549</Words>
  <Application>Microsoft Office PowerPoint</Application>
  <PresentationFormat>Widescreen</PresentationFormat>
  <Paragraphs>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Times New Roman</vt:lpstr>
      <vt:lpstr>Aptos Display</vt:lpstr>
      <vt:lpstr>Calibri</vt:lpstr>
      <vt:lpstr>Arial</vt:lpstr>
      <vt:lpstr>Aptos</vt:lpstr>
      <vt:lpstr>Cambria Math</vt:lpstr>
      <vt:lpstr>Office Theme</vt:lpstr>
      <vt:lpstr>Introduction to Probability and Statistics 4CM521</vt:lpstr>
      <vt:lpstr>Introduction</vt:lpstr>
      <vt:lpstr>What variables are normally distributed?</vt:lpstr>
      <vt:lpstr>Definition</vt:lpstr>
      <vt:lpstr>Definition (continued)</vt:lpstr>
      <vt:lpstr>Properties of the Normal distribution</vt:lpstr>
      <vt:lpstr>PowerPoint Presentation</vt:lpstr>
      <vt:lpstr>Kurtosis &amp; the Normal distribution</vt:lpstr>
      <vt:lpstr>The Normal distribution and the standard deviation, σ</vt:lpstr>
      <vt:lpstr>Standard Normal distribution</vt:lpstr>
      <vt:lpstr>Standard Normal distribution (continued)</vt:lpstr>
      <vt:lpstr>PowerPoint Presentation</vt:lpstr>
      <vt:lpstr>Example 8.2</vt:lpstr>
      <vt:lpstr>Example 8.2 (continued)</vt:lpstr>
      <vt:lpstr>Interpretation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Normal Distribution</dc:title>
  <dc:creator>Jack Sutton</dc:creator>
  <cp:lastModifiedBy>Jack Sutton</cp:lastModifiedBy>
  <cp:revision>2</cp:revision>
  <dcterms:created xsi:type="dcterms:W3CDTF">2024-03-15T16:46:00Z</dcterms:created>
  <dcterms:modified xsi:type="dcterms:W3CDTF">2026-03-09T12:32:41Z</dcterms:modified>
</cp:coreProperties>
</file>