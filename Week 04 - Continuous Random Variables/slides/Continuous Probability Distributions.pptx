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83" r:id="rId27"/>
    <p:sldId id="282" r:id="rId28"/>
    <p:sldId id="278" r:id="rId29"/>
  </p:sldIdLst>
  <p:sldSz cx="12192000" cy="6858000"/>
  <p:notesSz cx="6858000" cy="9144000"/>
  <p:embeddedFontLst>
    <p:embeddedFont>
      <p:font typeface="Cambria Math" panose="02040503050406030204" pitchFamily="18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049398-53E0-4F04-BEAE-5AC88EF8CB38}" v="3" dt="2026-03-09T12:02:03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Sutton" userId="ff762cc7-8b85-4d5d-84fc-d80ed39daf4b" providerId="ADAL" clId="{9B08B160-844E-43CA-A6A1-8C1B98E6725C}"/>
    <pc:docChg chg="modSld">
      <pc:chgData name="Jack Sutton" userId="ff762cc7-8b85-4d5d-84fc-d80ed39daf4b" providerId="ADAL" clId="{9B08B160-844E-43CA-A6A1-8C1B98E6725C}" dt="2026-03-09T12:02:03.414" v="0"/>
      <pc:docMkLst>
        <pc:docMk/>
      </pc:docMkLst>
      <pc:sldChg chg="addSp">
        <pc:chgData name="Jack Sutton" userId="ff762cc7-8b85-4d5d-84fc-d80ed39daf4b" providerId="ADAL" clId="{9B08B160-844E-43CA-A6A1-8C1B98E6725C}" dt="2026-03-09T12:02:03.414" v="0"/>
        <pc:sldMkLst>
          <pc:docMk/>
          <pc:sldMk cId="3614765680" sldId="282"/>
        </pc:sldMkLst>
        <pc:inkChg chg="add">
          <ac:chgData name="Jack Sutton" userId="ff762cc7-8b85-4d5d-84fc-d80ed39daf4b" providerId="ADAL" clId="{9B08B160-844E-43CA-A6A1-8C1B98E6725C}" dt="2026-03-09T12:02:03.414" v="0"/>
          <ac:inkMkLst>
            <pc:docMk/>
            <pc:sldMk cId="3614765680" sldId="282"/>
            <ac:inkMk id="4" creationId="{05DFD5FD-26C0-C6D0-32A0-DF5E7AB1DB52}"/>
          </ac:inkMkLst>
        </pc:inkChg>
      </pc:sldChg>
      <pc:sldChg chg="addSp">
        <pc:chgData name="Jack Sutton" userId="ff762cc7-8b85-4d5d-84fc-d80ed39daf4b" providerId="ADAL" clId="{9B08B160-844E-43CA-A6A1-8C1B98E6725C}" dt="2026-03-09T12:02:03.414" v="0"/>
        <pc:sldMkLst>
          <pc:docMk/>
          <pc:sldMk cId="2457455708" sldId="283"/>
        </pc:sldMkLst>
        <pc:inkChg chg="add">
          <ac:chgData name="Jack Sutton" userId="ff762cc7-8b85-4d5d-84fc-d80ed39daf4b" providerId="ADAL" clId="{9B08B160-844E-43CA-A6A1-8C1B98E6725C}" dt="2026-03-09T12:02:03.414" v="0"/>
          <ac:inkMkLst>
            <pc:docMk/>
            <pc:sldMk cId="2457455708" sldId="283"/>
            <ac:inkMk id="4" creationId="{E7136A70-91CB-0389-6FB7-60A560863882}"/>
          </ac:inkMkLst>
        </pc:inkChg>
        <pc:inkChg chg="add">
          <ac:chgData name="Jack Sutton" userId="ff762cc7-8b85-4d5d-84fc-d80ed39daf4b" providerId="ADAL" clId="{9B08B160-844E-43CA-A6A1-8C1B98E6725C}" dt="2026-03-09T12:02:03.414" v="0"/>
          <ac:inkMkLst>
            <pc:docMk/>
            <pc:sldMk cId="2457455708" sldId="283"/>
            <ac:inkMk id="5" creationId="{2E63D7E7-1105-33D2-90C5-05D4EFF702EA}"/>
          </ac:inkMkLst>
        </pc:inkChg>
        <pc:inkChg chg="add">
          <ac:chgData name="Jack Sutton" userId="ff762cc7-8b85-4d5d-84fc-d80ed39daf4b" providerId="ADAL" clId="{9B08B160-844E-43CA-A6A1-8C1B98E6725C}" dt="2026-03-09T12:02:03.414" v="0"/>
          <ac:inkMkLst>
            <pc:docMk/>
            <pc:sldMk cId="2457455708" sldId="283"/>
            <ac:inkMk id="6" creationId="{E7BA0E4B-D2E2-26EA-33F7-FBDEFB28A74F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1:30:39.7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17216 14023 0,'-36'18'110,"-17"-18"-95,0 35 1,-88 18 0,-53 17-1,-229 54 1,229-89 0,141-17-1,18-1 1,-18-17-1,-18 36 1,18-19 0,0-17-1,36 18 17,-1-18-17,1 0 48,-1 18-48</inkml:trace>
  <inkml:trace contextRef="#ctx0" brushRef="#br0" timeOffset="1199.11">18168 13018 0,'-18'0'78,"-34"0"-62,-37 0-1,-34 35 1,-71 0 0,17 36-1,-17-18 1,36-18-1,-19 18 1,54 0 0,35-53-1,-18 17 17,88-17-32,-70 36 15,17-19 1,54 1-1,-19-1 1,-69 19 0,-1-1-1,70-17 1,-16 17 0,34-17-1,-35-1 1,0 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1:32:32.0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19579 7743 0,'18'0'125,"52"0"-110,19 0-15,87 0 16,36 0 0,17 0-1,-35 0 1,-88 0 0,-53 0-1,17 0 1,1 0-1,-1 0 1,-17 0 0,18 0 15,35 0-15,-53 0-16,17 0 15,36 0 1,-53 0-1,53 0 1,52 0 0,107 0-1,-36 0 1,-105 0 0,-54 0-1,-34 0 16,-1 0-15,18 0-16,53 0 16,-53 0-1</inkml:trace>
  <inkml:trace contextRef="#ctx0" brushRef="#br0" timeOffset="30246.51">21008 6773 0,'0'-35'141,"-35"0"-110,-18 35 0,-18 0 1,54 0-32,-36-18 15,17 18 1,1-17-1,0-1 1,35 0 0,-53 18 46,-71 0-31,1-17 1,17 17-1,18 0-15,70 0 124,-158 70-109,-142 54 1,248-89-17,35 0 17,-1-17-1,-34 17-16,34 0 1,36-17 0,-17 17-1,17 1 1,-18-1 0,1-18-1,17 1 1,17 17-1,-17 1 1,18 17 0,-1-1-1,-17-34 17,0 0-17,0 35 1,0-36-16,36 19 31,-36 17-15,0-1-1,0 1 1,17-17 0,-17-19-1,18 36 1,0-18-1,17 18 1,-17-35 0,34 53-1,-52-36 17,18 0-17,0-35 1,-1 18-1,72 17 1,-54-35 0,18 18-1,-36-18 1,19 0 31,17 0-32,-1 0 1,54 0 0,-70 0-1,-1 0 17,-17 0-17,-1 0 1,71 0-1,-52 0 1,34 0 0,18 35-1,-35-17 1,-35-18 0,0 0-1,52 0 1,-17 0-1,0 35 1,-35-35 31,70 0 0,-71-18-16,19 18-15,-19 0-1,1-17 1,17-1 0,-17 0-1,17 1 1,36-19-1,-36 19 1,-35-1 15,18 18 1,-1-35-17,1 0 1,0-1-1,17 19 1,-35-19 0,0 1 46,0-53-31,35 53-15,-35-1 0,0 1-1,0 17 17,0-34-17,0 34 1,18-35-1,-18-18 1,35 1 0,-35 17-1,0 18 1,0 17 0,0-17 15,0-1-16,0 19 1,0-18 0,0-1-1,0 1 32,-18 17-31,-17-17-1,-18-18 1,53 36 0,-17-19-1,-19 19 1,19-19 0,-19 19-1,1-19 1,17-16-1,1 34 17,-18 18-17,17 0 17,0 0 14,1 0-14,-19 0-1,19 0-15,-1 0-1,0 18 1,1-18-1,-18 17 1</inkml:trace>
  <inkml:trace contextRef="#ctx0" brushRef="#br0" timeOffset="30280.31">20832 6685 0,'-36'0'15</inkml:trace>
  <inkml:trace contextRef="#ctx0" brushRef="#br0" timeOffset="130891.23">14288 16598 0,'0'18'62,"52"-18"-30,1 0-17,18 0 1,-1 0 0,54 0-1,-36 0 1,-35-35-1,35 35 1,-35-18 0,-18 0 15,1 18-15,-1 0-1,18-17 1,0-1-1,35 18-15,-17-18 16,34 18 0,-34-35-1,17 17 1,-35-17 0,-18 18-1,-17 17 1,0-18-1,17 18 1,0-35 0,0 35-1,1 0 17,-1 0-17,0-18 1,18 0-1,-35 18 17,35-35-17,-18 35 1,0 0 0,18 0-1,0-18 1,-35 18 15,-1 0-15,1-35-1,35 35 17,-35 0-17</inkml:trace>
  <inkml:trace contextRef="#ctx0" brushRef="#br0" timeOffset="132467.82">12118 15681 0,'88'-35'125,"53"17"-109,0-17-1,18-36 1,-106 71-16,176-70 16,-176 52-1,0 18 17,0-18-17,18-17 1,34 17-1,1-17 1,35 35 0,-88-17-1,0 17 1,-18 0 0,-17 0-1,0-18 1,-18 0 46,53 1-30,-36 17-1,1 0 0,17 0 16,-17 0 0,0 0-16,-1 0 0,18 0 16</inkml:trace>
  <inkml:trace contextRef="#ctx0" brushRef="#br0" timeOffset="151411.26">21061 17039 0,'35'0'46,"106"0"-30,159-17 0,194-142 15,353-212-15,-195 107-1,-281 17 1,-142 123-1</inkml:trace>
  <inkml:trace contextRef="#ctx0" brushRef="#br0" timeOffset="152246.1">22631 16863 0,'0'0'0,"106"-35"31,-89 17-15,124-35 0,18-53-1,-124 88 1,1 1 0,-19-1 30,54 1-30</inkml:trace>
  <inkml:trace contextRef="#ctx0" brushRef="#br0" timeOffset="152628.29">23054 16969 0</inkml:trace>
  <inkml:trace contextRef="#ctx0" brushRef="#br0" timeOffset="152730.15">23142 16969 0,'0'0'0,"36"-18"16,34-17-1,-35-1 1,-35 19-16</inkml:trace>
  <inkml:trace contextRef="#ctx0" brushRef="#br0" timeOffset="153180.38">23283 17233 0,'-17'0'63,"-107"0"-47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1:35:59.656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17674 7691 0,'35'0'16,"-17"0"15,0 0-15,-1 0-1,19 0 1,-19 0-1,19 0 1,52 0 0,-35 0-16,0 0 15,70 0 1,-88 0 0,18 0-1,0 0 1,-18 0-1,1 0 1,-1-18 31,-17-17-16,-18-1-15,0 19-16,0-19 31,-18 36-15,0 0-1,-52-17 1,-36-18 0,0 17-1,36 18 16,-72 0-15,54 0 0,-53 0-1,124 0 1,-1 0 0,-17 18-1,17 17 16,0 0-15,18-17 0,0 52-1,0-17 1,0 18 0,0-18-1,0-18 1,36-35-1,-1 35 1,0-17 0,18 17 15,35-35-15,53 0-1,1 0 1,-37 0-1,1 0 1,-53 0 0,88 0-1,-53 0 1,18 0 0,0 0-1,-71 0 1,18-17-1,18-36 1,-18 0 0,-36 0 15,-17-18-15,0 36-1,0 0 1,0-18-1,-35-18 1,35 36 0,-35 0-16,17 35 15,-35-36 1,0 36 0,-17 0-1,-1 0 1,18 0-1,-17 0 1,17 0 0,0 0 15,18 18-15,-18 35-1,53-35-15,-36 34 16,1 1-1,35-35 1,0 35 0,0-35-1,18 52 1,52-17 0,-52-53-1,88 0 1,17 0-1,-35 0 1,1-18 0,-72-17 15,19 0-15,-19-18-1,-17 18 1,0-18-1,0 0 1,0 18 0,0 17-1,0 0 1,-53 18 0,-35 0-1,0 18 1,17 52-1,1 54 1,52-54 0,18 19 15,0-54-15,0 18-1,18 0 1,70-18-1,71 18 1,-124-53 0,36 0 15,-18 0-15,-1 0-16,37-18 15,-54-17 1,-35-18-1,35 0 1,-17 18 0,-1 0-1,1-1 17,-18-17-17,0 18 1,0-18-1,-18 0 1,18 36 0,-17-1-16,-36-17 31,18 35-15,-36 0-1,-35 0 1,53 0-1,36 0 1,-1 0 0,-17 0 15,-18 70-15,18 36-1,35-88-15,-36 52 16,36-52-16,0 35 15,53 0 1,0-18 0,0-35-1,18 0 1,-1-53 0,-35-53-1,-35 36 1,0-1-1,0-17 1,0 53 0,-35-18 15,18 53-15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1:36:08.272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12083 10054 0,'-18'0'62,"-53"0"-30,54-17-17,-1-19 1,-35-52 0,53 70-16,-53-70 15,18-18 1,-18 1-1,-17-19 1,70 106 0,-18 1 15,18-1-15,-35 1-1,-36-19 1,-35-52-1,-141-18 1,53 71 0,141 17-16,-52-17 15,-89 0 1,88 35 0,35-18-1,-70 18 1,-18 0-1,-35 0 1,53 0 0,-18 35 15,1 1-15,34-1-1,36 0 1,17-17-16,-34 0 15,-125 52 1,36 1 0,0-18-1,212-89 95,-1 19-95,-17-1 17,0 0-17,0 1 32,-70 17-31,17 35-1,53 0 1,-35-17 0,35 35-1,0 17 1,0-52-1,0 0-15,0 35 16,0-1 0,0-34-1,0 35 17,35-35-17,-35 17 1,35 0-1,1 18 1,-36-35 0,17 17-1,18 0 1,-35 1 0,0-19-16,18 36 15,0-18 1,-1 1-1,-17-19 1,36 1 0,-19 17-1,19 1 17,-1 34-17,35-17 1,19 0-1,-19-18 1,-52 18 0,-1-18-1,54 18 1,70-53 0,18 18-1,-89 17 1,19-17-1,16 17 1,89-35 0,-52 0-1,-1 0 17,-71 0-17,-34 0-15,87 0 31,1 0-15,-1 0 0,-17 0-1,53 0 1,-54-17 0,-16-1-1,-54 18 1,0-35-1,18 17 1,35-17 0,53-53-1,-105 52 1,69 19 0,-87-19-1,0 36 1,-18-35-1,17 17 1,19-17 0,-1 0-1,-35 0 1,0 17 0,18 18-1,-18-18 1,17-17-1,1 35-15,0-35 16,-1-36 0,1 54 15,-18-1-15,35-35 15,-17 0-16,17 0 1,-35 35 0,0 1-1,0-36 1,18 18 0,-18-71-1,17 53 1,-17 0-1,0 35 1,0-17 0,0-18-1,0 0 17,-35 18-17,17 35 1,1-53-1,-1 35 1,-52-17 15,-1 35-15,-17-35 0,-18 35-1,88-18 1,1 18-1,-54 0 1,-35 0 0,-53-35-1,-17 0 17,70 17-17,0 18 1,36-35-16,-18 35 15,0 0 1,-1 0 0,-17 0-1,-17 0 1,70 0 0,35 0-1,1 0 1,-54 17-1,-70-17 1,-53 0 0,35 0-1,71 36 1,35-36 0,0 17-1,36-17 1,-19 18-1,-87 17 1,17-17 0,53-18-1,18 18 32,0 17-31,-89 35-1,1 19 1,70-37 0,53-34-1,0 35 17,0-18-17,0 18 1,0-18-1,17 54 1,1-36 0,53 17-1,-18-35 1,17-17-16,1-18 16,17 18-16,176-1 15,-17-17 1,-141 0-1,-35 0 1,-36 0 0,212 0 15,70 0-15,36 0-1,-141 0 1,-177 0-1,212 0 32,18 0-31,-54 0 0,-87-17-1,-124-19 16,18 1-15,17 0 0,-18 0-1,1-18 17,17-18-17,-17 36-15,-18 0 31,0-1-15,0 1 0,-18 0-1,1 17 1,-1 0 0,-88-17-1,0 18 1,-35 17-1,0 0 1,53 0 0,35 0-1,18 0 1,-106 0 0,-106 0-1,-35 0 1,176 0-1,35 0 1,36 0 0,-18 0-1,-106 0 1,-53 0 0,71 0-1,36 0 1,69 0-1,1 0 1,0 0 31,-71 0-31,-70 35-1,52 0 1,53 0-1,36-35 1,35 53 15,-17 0-15,-19 18 0,36-54-1,0 19 16,0-19-15,88 19 0,107-36-1,-54 0 17,0 0-17,53 0 1,88 0-1,88 0 1,-34 0 0,-160 0-16,-70 0 15,105 0 1,-158 0 0,-35 0-1,88 0 1,123 0-1,-88 0 1,-88 0 0,-18 0-1,-35-18 17,0 0-17,36-17 1,-19 17 15,-17 1 0,0-36-15,-53 18 0,-35-1-1,-123 1 1,-1 35-1,18 0 1,0 0 0,53 0 15,-89 0-15,72 0-1,69 0 1,54 0-1,0 0 1,-89 0 0,-123 0-1,142 0 1,87 0 0,0 0-1,-35 0 1,-70 0-1,17 0 1,0 0 0,-17 0 15,17 0-15,35 0 46,19 0-46,-19 0-1,53 0 1,18 35 31,-53 18-32,36-18 1,-36 36 0,53-53-1,0-1 17,0 36-17,18-35 16,-1 52-15,1 1 0,35 17-1,-18-70 1,0 17 0,36-17-1,-36 17 1,18 36-1,35-54 1,53-17 0,0 35 15,53-35-15,-70 36-1,-106-36-15,34 17 16,-16 19-16,34-36 15,107 0 1,105 0 0,0 0-1,-123 0 1,-124 0 0,0 0 15,142 0-16,193 0 1,-35 0 0,-211 0-1,-106 0 17,-18-18 14,0 0-30,0-35 0,0 36-1,0-18 1,0 17 0,0-17 30,-36-18-30,1 17 0,17 19-1,1-1 32,-19 18-31,-52 0-1,71 0 1,-54 0 0,0 0-1,19 0 1,34 0 0,-53 0-16,-70 0 15,-159 0 1,106 0-1,89 0 1,69 0 0,1 0 15,-71 18-15,0-18-1,-35 0 1,71 0-1,-1 0 1,18 0 0,36 0 31,-1 35-32,-17-17 1,-71 17-1,88-17 1,-17 17 0,35 0-1,-18 0 17,18 1-17,0-19 1,0 1-16,0 0 15,0 17 1,0-17 0,0 17-1,0-17 1,18-1 15,35 18-15,35-17-1,18-18 1,0 0 0,-53 0-1,-18 0 1,53 0 0,-70 0-1,-1 0 1,19 0-1,-36-18 17,0 1-17,-18-18 17,-53-18-17,-34 17 1,-19-17-1,36 53-15,0-35 16,52 35 0,-17 0-1,36 0 32,-18 0-31,-1 0-1,36 18 1,-17-18 0,-1 35-1,18 18 48,-35 35-48,17-70 1,0-1 47,18 19-32,36-36-16,-36 35 1,35-17 0,0 17-1,89 0 1,-54-35 0,54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1:36:17.640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20232 7832 0,'-18'0'78,"1"-36"-46,-1 36 14,-35 0-30,18 0 0,-1 0-1,1 0 1,17-35 93,18 17-77,0 1-17,-17 17 1,-1-18-16,18 1 15,0-1 1,0 0 109,-17 36-94,-1 0-15,18 34 15,0-34-15,0 0-1,0 17 32,0-17 16,0-1-48,0 1-15,0 17 16,0 1 0,0-19-1,0 1 110,18-18-109,17 0 31,35-53-32,-17 35 1,-35 1 0,0 17 62,-18-18-31,0-17-16,0 17 0,0 0-15,0-17-1,0 0 1,0 17 0,0 1 15,0-1-15,0-17-1,-18 35 63,0 0-46,1 0-1,34 0 203,19 17-203,-19-17 32,19 18-47,-19 0-1,1-1 1,17 18 46,-17 1-15,17-19-16,-17-17 16,-18 36 63,0-19-95,0 19 63,-18-36-46,-17 53 15,-1-53 15,19 0-31,-1 0 1,-17 0 46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1:36:27.079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14517 9543 0,'-35'0'78,"-18"0"-62,-88 0-1,70 0 1,-17 0-1,52 0 1,-16 0 0,34 0-1,-35 0 1,-53 0 0,89 0-16,-19 0 15,1 0 16,17 0 1,-70 0-1,53 0-15,0 0-1,-54 0 1,54 0-1,17 0 32,-34 0-31,34 0 0,-35 0-1,35 0 79,1 0-63,17 17-15,-36-17-1,36 36 32,0-19-31,0 1 0,-17-1 15,17 1 31,0 53-30,0-18-17,0-18 1,0-18-1,0 1 1,0 0 15,0 17-15,0 0 0,0-17-1,17 35 1,-17-35-1,0-1-15,36 36 16,-36 0 0,35-35 15,0 35-15,-17-36-1,0 18 1,-1 18 15,1-35-15,17 0-1,-17-18 1,-1 0 0,19 35-1,-19-35 1,36 18-1,18-18 1,-1 0 0,-17 17 15,-35-17-15,52 0-1,-17-17 1,53-36-1,-35 17 1,-36 1 0,0 0-1,1-36 1,-1 54 0,0-36-1,18 0 1,-18 18-1,-35-1 1,0-34 0,0 17-1,0 0 17,0 35-17,-17 1-15,-36-1 16,-18-35-1,-70-53 1,71 89 0,-1-1-1,-52-17 1,-1-1 0,36 1-1,70 17 1,-70 18-1,70 0 1,1 0 0,-1 0-1,18-17 1,-53 34 46,18 1-46,0-18 0,17 18-1,-53-18 17,36 17-17,18 19 16,-36-19-15,53 19 0,-18-19 15,-17 1-15,35 17-1,-18 0 1,0 18-1,18-35 1,0 0 0,0 17-1,0 0 17,0 18-17,36-35 1,-36-1-1,17 72 1,19-72 0,-36 18 15,17 1-15,-17-1-1,18 0 1,17 1-1,-35-1 1,53-18 0,-18 19-1,36-19 1,-53-17 0,70 0-1,-35-17 1,88-89-1,-53 53 1,0 18 0,-35-18 15,-35-35-15,17 17-1,-17 18 1,-18-17-1,0-1 1,0 53 0,-18-17-1,0 17 1,-17 18 0,-53 0-1,17 0 1,-17 0-1,18 0 1,-19 36 0,54-1 15,-71 88-15,89-34-1,17-54 1,0 0-1,0 1 1,35-19 0,71-17-1,-36 0 1,1 0 0,-18-53-1,-53 18 1,0 0-1,0-18 1,-36 53 47,-69 0-48,-19 0 1,36 70-1,0 54 1,70-36 0,18-17-1,0-36 1,159-18 0,229-17-1,-265-70 1,-52-18-1,-53 70 1,-18-35 0,0 0-1,0 18 17,0 0-17,-36 35 16,-69 0-15,-72 88 0,-52 159-1,229-141 1,35-53 0,71-53-1,70 0 1,-35-36-1,-52-34 1,-19-36 0,-17-18 15,-18 72-15,-17-1-1,-18 35-15,0 0 31,-35 1-15,-142 87 0,54 142-1,17-18 1,106-35 0,0-124-1,18-17 1,88-18-1,-1 0 1,36-89 0,-88-34 15,-53 105-31,0-70 16,0-18-1,0 53 1,-35 36-1,35-1 1,0 0 0,-18 18-1,-87 18 1,-72 158 0,36 89-1,88-106 1,53-71-1,0-70-15,0-1 63,35-17-47,107 0-1,34-17 1,-88-72-1,53 1 1,-141 18 0,36-36-1,-36 35 1,53-17 0,-53 53-1,-71 123 48,18 159-32,71-247 31,105-106-46,-88 18 0,1 17-1,-36-17 1,0 53 0,0-36-1,-18-17 1,0 18-1,-34 17 1,-90 106 47,72 52-48,17-34-15,35-36 16,18 18-16,0-18 15,53-35 17,35 0-17,36-105 1,-124-1 0,18-18-1,-18 18 1,0 89-1,-53 87 64,-53 124-64,0 71 1,106-230-1,0-17 1,35 0 0,71-18-1,0 0 1,-53-71 0,-36 18-1,-17-53 1,0 0-1,0 54-15,0-19 16,-17-17 0,17 17-1,-18 36 17,-70 35-1,-36 159-16,54 88 1,70-106 0,18-106-1,176-35 1,70 0 0,-176-141-1,-88 70 1,0 18-1,0 18 1,0-18 0,0 36-1,0-1 32,0 36 0,-35-18 31,35-71-62,0 36-1,0 17 1,-35-17 47,17 35-32,1 0 16,-19 17-32,-70 1 1,-35 17 0,53-17-1,35 17 1,36-35 46,-54 36-30,36-19-17,17-17 1,89-53 46,-18-17-46,-36-1 0,1 54-1,-1-1 1,36-17 15,-35 17-15,-18 0-1,0-17 32,0 17-16,-18-17 16,-17 35-31,-18 0 0,-17-35-1,34 35 1,1 0 31,0 0-32,-18 0 17,0 0-17,35 0 1,1 0-1,-36 0 1,17 18 0,19-18-16,-18 52 15,-54 1 1,19 18 0,52-53-1,1 52 1,-1-52-1,0-1 1,18 19 0,-17 52-1,-1-35 17,0 17-17,18-34 1,0-19-16,0 19 15,-17-19 1,17 1 0,0 35-1,0-18 1,-18 0 0,18 1-1,-35-1 1,35-17-1,0-1 1,0 1 0,17 35 15,1 17-15,0-34-1,-1-19 1,1 18-1,88-35 1,35 0 0,-53 0-1,-53-17 1,1 17 0,-1-18-1,88-35 1,-17-17-1,88-36 1,-176 71 0,0 17 31,17 0-32,18-35 1,0-17-1,-18-1 17,-17 36-17,-1 17 17,-17 1-1,18-1-16,0 0 1,-18 1 78,-18-36-63,-17 35-15,-36 1-16,-35-19 15,0 1 1,71 35 0,-18-18-1,0 18 1,-17 0-1,17-35 1,-18 35 0,18 0 15,36 0 0,-54 0 0,1 0-15,17 0 0,17 0-1,19 0 1,-19 0 0,19 0 15,-1 0-16,-35 0 1,36 0 0,-36 0 15,35 0-15,-17 0 15,17 0 0,1 0 78,-19 0-93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1:35:42.2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12912 8255 0,'53'18'31,"-36"-18"-15,89 0-1,35 0 1,0 0-1,53 0 1,36 0 0,52 0-1,35 0 1,-70 0 0,-141 0-16,-35 0 15,105 0 1,-88 0-1,-17 0 1,158 0 0,53 0-1,1 0 17,-142 0-17,-36 0 1,-34 17-1,17 1 1,89 17 0,-36-35-16,0 0 15,282 0 1,-317 0 0,-53 0-1</inkml:trace>
  <inkml:trace contextRef="#ctx0" brushRef="#br0" timeOffset="506.29">17445 8343 0,'0'0'0,"106"0"15,70 0 1,53 0 0,-35 0-1,-105 0 17,-19 0-17,107 0 1,-36 0-16,-36 0 15,231 0 1,-266 0 0,1-17-1,88 17 1,87 0 0,72 0-1,-89 0 1,-123 0-1,-88 0 17,70 0-1,35 0-31,-34 0 16,52 0-16,-35 0 15,-89 0 48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1:59:48.52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16633 9243 0,'-35'-18'62,"0"18"-46,-18 0 0,35 18-1,1-18 1,-19 0 31,19 0-32,-1 0 1,-17 0 0,17 0-16,1 0 31,-36 0-16,35 0 1,-17 0 15,-1 0-15,19 0 15,-18 0 0,35 17 1,-53 19-17,53-1 1,-18-17 15,18 52 32,0-52-32,0 17-15,18-35-1,-1 18 32,19-18-31,-36 17-1,17 1 1,1 17 93,-1-17-93,-17 0 0,0 34-1,18-34 1,-18 0-1,0-1 1,0 19 0,0-19 15,0 1-15,18 17-1,-18-17 1,17-1 46,19 1-15,-36 17-31,0 1-1,0-1 1,17-17 0,1 17 31,17 0-32,-17-17 16,0-18 1,-1 0-1,18 0-15,18 17-1,0-17 1,35 36-1,-52-36 1,17 0 0,53 17-1,-36 19 1,1-36 0,-18 17-1,-18-17 1,0 18-1,0-18 17,71 35-17,-18-17 1,-17-18 0,-18 0-1,-36 0 32,89 0-31,0 0-1,-71 0 1,1 0 0,-19 0 30,1 0 17,35 0-16,17-18-16,-52 1-15,-18-1-1,18 0 1,35 1 0,-53-1 15,17-17-16,1 17 17,0-17-17,-1 17 1,-17-35 0,18 18-1,-18 17 1,35-17-1,-17-53 1,-18 70 0,0 1-1,0-19 1,0 19 0,0-1-1,0-35 1,0 35-1,0-17 17,0 0-17,0 17 17,-35-17-17,-1-18 1,36 18-1,-70 0 1,17-18 0,17 17-16,-34-17 31,52 36 0,-17-18-15,0 17-1,-36-17 17,-17-1-17,17 1 1,18 17 0,-35-17-1,0 0 1,-35-36-1,87 71 1,1 0 0,17 0-1,1 0 1,-18 0 0,-1 0-1,-34 0 1,17 0-1,18 0 17,-71 0-17,70 0 1,1 18 0,0-18-1,-18 53 1,0 17-1,18 1 1,-1-36 0,1 18-1,18 18 1,17-18 0,-18-18-1,-17 53 1,35-53-1,-18 36 17,18-53-17,0 17 1,0 0 0,0 0-1,0 36 1,0 35-1,0-71 1,0-17 15,0 17-15,0 0 0,53 1-1,0-1 1,0-35-1,0 17 17,17-17-17,36 0 1,-71 0 0,36 0-1,-53 0 1,70 0-1,-53 0 1,53 0 0,36 0-1,-36 0 1,0 0 0,-70 0-1,17 0 1,0 0 31,18 0-32,0-35 1,-18 0 0,18 0-1,-35 17 1,35-35-1,-18 18 1,-35 17 0,18-35-1,-18 36 1,0-19 0,35 1-1,-35 0 1,0-1-1,0 1 17,0-18-17,0 36 1,-35-36 0,-1 17-1,19 19 1,-18-18-1,17 17 1,-70-17 0,70 17-1,0 18 1,1 0 0,-36 0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1:59:54.4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17092 11536 0,'-53'0'31,"-70"-35"1,-1 17-17,36 0 1,53 1 0,-89 17-1,54-18 1,-36 18-1,35 0 1,18 0 0,36 0-1,-36 0 1,35 0 0,-88-35-1,1 35 1,16 0-1,72 0 32,-1 0-31,-52 0 0,17 0-1,-36 17 1,89 1-1,-17-18 1,-1 18 0,1 17-1,-1 35 1,-17-34 0,35-1-1,0-17 1,0 17-1,0 18 17,0 17-17,0 1 1,0-36 0,0-17-1,0 35 1,0-36-1,0 19 1,0-19 0,35 36 15,-35-17-15,18-1-1,-18-18 1,17 19-1,-17-1 32,18-17-31,17 17-16,-17 0 31,-1 0-15,19 18-1,-1-53 1,-17 36 0,-1-36-1,1 17 1,-18 1 0,0 17-1,35 1 1,-17 16-1,17 1 17,-35-17-17,18-1 1,-18 0 15,0 0-15,0 18-1,17-17 1,-17-1 0,0-17-1,0-1 1,0 71 0,0-70-16,0 0 15,36 105 1,-36-52-1,35 52 17,-35-35-17,17-52 1,-17 17 0,18-18-1,0 18 16,17 17-15,-35-17 0,18 0-1,-18-35 1,17 17 0,54 36 15,-36-18-16,0-18 1,-17 18 15,35-36-15,-35 19 0,35-19-1,35 19 1,-53-36-16,0 17 15,71 19 1,-71-36 0,54 17-1,16 1 1,-52 17 0,-17-35 62,34 0-63,-17 0 1,-35 0 15,17 0-15,0 0-1,71-18 1,0 18 0,-71 0-1,-17-17 1,17-18 15,-17 17-15,17-17-1,0 17 17,1 0-17,-36 1 1,35-19 0,-17 19-1,-1-1 16,1 0-15,17-17 0,0 0-1,-17 17 1,0 1 0,-1-1 15,-17 0-16,18-35 1,17 36 15,-35-1-15,18-17 0,-18 17-1,17-52 1,1 52-1,-18-17 1,0-1 0,0-52-1,0 18 1,0 17 0,18 35-1,-18-17 1,0 0-1,0-1 17,0 19-17,0-1 1,0 0 0,0-17 15,0 0-16,35 0 1,-35 17 15,0 0-15,0-35 0,0 36-1,0-1 1,0-35-1,0 0 17,35 18-17,-35 0 1,18-1 0,0 36-16,-1-35 15,-17 18 1,0-1 15,0 0-15,0-17-1,18 17 1,-18 1 0,18-19-1,-1 19 1,-17-1-1,0 1-15,18-89 47,-18 17-31,0 19 0,0 35-1,0-18 1,0 35 46,-35-88-30,17 71-17,18 0 1,-18 35-1,1-18 17,17-17-17,-18 0 1,-17-1 15,17 19-15,0-19-1,-17 19 1,35-36 0,-53-18-1,36 18 1,-19 18 0,36 0-1,-35-1 48,17 36-48,-52-35 1,35 0 0,17 0 15,-17 35-16,17 0 1,-35 0 0,35 0-1,1 0 1,-36 0 0,-35-18-1,70 18 1,-35 0-1,18 0 1,0 0 15,-1 0-15,1 0 0,-53 0-1,-18 0 1,71 18-1,35-1 1,-18-17 0,-105 53-1,70-35-15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1:58:02.4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24412 12735 0,'18'36'47,"211"-36"-16,159 0 1,-158 0-17,-89 0 1,-18-18 0,124-17-1,35 35 1,-35 0-1,-17 0 1,-125 0 0,-69 0-1,-19 0 1,36 0 0,-18 0-16,18 0 15,371-18 1,-19 18-1,-87 0 17,-159 0-17,-89 0 1,-52 0 0,35 0-1,17 0 1,107 0-1,34 0 1,-70 0 0,-88 0-16,-35 0 15,17 0 1,-17 0 0,17 0-1,71 0 1,70 0-1,-52 0 1,-53 0 15,-54 0-15,18 0 15,71-35-15,18 35-16,-18 0 15,105-36 1,-140 36 0,-71-17-1,123-1 48,-17 18-32,-53-17 0,0 17-15,-18 0 0,-17 0 62</inkml:trace>
  <inkml:trace contextRef="#ctx0" brushRef="#br0" timeOffset="5324.49">24148 12453 0,'17'0'47,"1"0"-1,0 0-30,-18-18 15,17 1-15,1-1 0,-18 0-1,17 18 1,1-17-1,0-18 1,17 17 15,-17-17-15,17-1 0,-17 19-1,17-1 1,-17 0-16,87-52 31,-69 52-15,-19 1 46,19-54-46,87-17 31,-105 53-32,-1-18 1,19 0 0,-36 35-16,17-35 15,1 18 1,-18 17-1,17 1 1,-17-1 0,36 0-1,-19-17 1,36-18 0,-17-17-1,-19 52 1,36-35-1,-35 35 1,-18-17 0,35-18-1,18-17 1,0 17 0,35-35-1,-70 70 1,-18-17 62,0 17-62,35-35-16,-35 0 15,0 0 1,18 36-1,-18-1 17,0 0-17,0-17 1,17 0 0,-17 0-1,53-89 1,-18 36-1,18 0 1,-17-1 0,-19 54-16,-17 0 15,36 0 1,-19-36 0,36-17-1,-18 0 1,-17 17-1,35-35 1,-53 53 15,35-17-15,-17 17 0,17-53-1,-17 36 1,-18 34-1,35-17 1,-17 53 0,-1-70-1,19-36 1,-19 53 0,19-18-1,-1 1 1,0-1-1,-17 36 1,-1-18 15,19 0-15,-19 36-16,1-36 16,35-36-1,-18 54 1,-35 18-1,18 17 1,-1 0 0,1-18 15,0 0-15,-1 18-1,1 0 32,70-35-16,-35 35-15,-18 0 15,18 0-15,-17 0-1,-1 0 17,18 18-1,17 17-15,19 0-16,-54-17 15,-18-18-15,1 35 16,0-35-1,-1 0 32,1 0-31,0 18 0,-1-1-1,54 1 1,-1 35-1,1 18 1,52 17 0,-52-53-1,-53-17 1,-18 17 15,70 18-15,-52 0-1,-1-36 17,1 19-17,17 34 17,1-34-17,17 34 1,-36 1-1,1-54-15,-1 36 16,1-18 0,-18 1-1,18-1 1,-18 0 0,35 18-1,-35 0 1,18-18-1,17 54 17,-17-54-17,-18 35 1,17-17 0,-17-35-16,35 35 15,-17 0 1,0 0-1,-1 0 17,1-18-17,0 18 1,35-18 0,-18 36-1,0-36 1,-17 18-1,17-18 1,-17 18 15,-1 0-15,19-18 0,-19 36-1,19-18 1,-1 0-1,0-36 1,-17 36 0,-18 0-1,53 0 1,-36-35 0,19 35-1,-19-36-15,-17 18 16,53 18-1,-35 0 1,35 18 15,0 17-15,-1-35 0,1 0-1,-35-35 1,-18-1 15,35 54-15,1-54-16,-19 19 15,36-36-15,-35 0 16,-1 53 0,1-36-1,0 36 1,17-35-1,18 35 17,0 17 15,-18-52-32,0 0 1,-17-18-1,-18 17-15,35 18 16,18 36 0,-17-53-1,-19-1 1,1-17 0,-1 0-1,36 0 16,-35 18 16,17-18 0,-17 0 0,17 35-31,-17-35-1,-1 18 32,19-18-31,-19 0-1,1 17 17,17 1-17,-17 0 1,-18-1 31,0 19 62</inkml:trace>
  <inkml:trace contextRef="#ctx0" brushRef="#br0" timeOffset="8972.08">26705 7673 0,'0'35'188,"18"0"-173,-18 1 17,35-1-17,-35 18 1,0-35-1,18-1 1,-18 36 15,17 18-15,19-36 0,-36 0-1,17 18 1,-17 18-1,0-54-15,0 1 16,36 88 15,-36-89-15,0 19 0,0 17-1,17-36 1,-17 19-1,0-1 1,0 0 0,0 18-1,0 18 1,18-18 0,-18-36-16,0 1 15,0-1 16,0 19-15,0-19 15,0 36-15,0-17 0,0-19-1,0 36 1,0 0-1,0-18 1,0 18 0,0 0-1,-18 35 1,1-70 0,17 17-1,0-17 1,0 0-1,17 34 17,-17 37-1,0-54-15,0 18-1,0 17 1,0-17-1,0-35-15,0 52 16,18-17 0,-18 0-1,0-35 1,18 70 0,-1-17-1,-17-1 1,18-17-1,-18-18 1,0 18 15,0-35-15,18 35 0,-18-35-1,0 52 1,0 1-1,35 17 1,-18 18 0,-17 0-1,36-1 1,-36-87 0,0 17-1,0-17 16,0 0 1,0-1-32,0 36 0,0 0 31,0 18-15,0-36-1,0 18 1,0 17-1,0 19 1,0 16 0,0-16-1,0-1 1,0-18 0,0 1-1,0-36-15,0 0 16,35 71-1,-17-18 1,-18-70 15,0 17-15,0 1 0,0-19-1,0 1 1,17 0-1,-17 17 1,0 18 0,0-18-1,0-17-15,0 70 16,0-53 0,0 18-1,0-18 1,0 1 46,0 34-46,0-17 0,0-18-1,0 1 1,0-1-1,36 0-15,-36 36 16,0-18 0,0 53-1,0-89 1,17 1 62</inkml:trace>
  <inkml:trace contextRef="#ctx0" brushRef="#br0" timeOffset="10849.47">26670 8502 0,'-18'0'62,"-35"0"-46,-52 88-1,-1 0 1,-18 18 0,54-53-1,70 0 1,-36-18 0,19 18-1,-1-53 1,1 18-1,-1 17 1,53-35 93,18 0-93,35-18 0,-17-17-1,-1 0 1,-52 0 0,17 17 15,-17 18 0,0 0 0,-1 0-15,36-35 0,-35 35 15,-1 0-16,19 0 17,-19 0 30,19 0-46,-1 0 31,-17-18-16,-18 36 78,0-1-93,0 19 0,-18-1-1,-35 35 1,-35 72-1,-53 16 1,52-17 0</inkml:trace>
  <inkml:trace contextRef="#ctx0" brushRef="#br0" timeOffset="11599.64">26582 9331 0,'17'-18'16,"1"18"15,0 0-15,-18 18-1,0 0 1,0 17-1,0 0 1,0 18 15,-18 35-15,-211 53 0,35 0-1,-71 54 1,18-54-1,36 0 1,122-88 0,72-36-16,-19 19 15,1-1 1</inkml:trace>
  <inkml:trace contextRef="#ctx0" brushRef="#br0" timeOffset="12616.73">26741 10072 0,'0'70'78,"0"-17"-62,-53-35-1,-18 70 1,-70 36 0,-71 70-1,36-36 1,17-52-1,53 0 1,-88 53 0,88-71-16,36-53 15,-18 53 1</inkml:trace>
  <inkml:trace contextRef="#ctx0" brushRef="#br0" timeOffset="13649.42">26741 11024 0,'-71'36'78,"53"-19"-62,-87 71-1,-72 54 1,-35-19-1,36 0 1,-18 1 0,53-18-1,53-18-15,-71 18 16,53-18 0,18-35-1,-36 0 1,89-18-1,18-17 17,-1-1-17</inkml:trace>
  <inkml:trace contextRef="#ctx0" brushRef="#br0" timeOffset="14449.21">26547 11624 0,'0'71'78,"-106"34"-62,-18 19 0,18-18-1,18-18-15,-35 0 16,-18 18-1,-71 35 1,-35-17 15,18-36-15,158-35 0,53-36-1</inkml:trace>
  <inkml:trace contextRef="#ctx0" brushRef="#br0" timeOffset="15099.87">26688 12118 0,'17'0'31,"-34"18"-15,-19 34-1,-52 1 1,18 18 0,17-18-1,35-36 1</inkml:trace>
  <inkml:trace contextRef="#ctx0" brushRef="#br0" timeOffset="16756.64">24642 17304 0,'17'0'62,"548"-88"-31,-124-36-15,-18 71 0,-317 18-1,17-18 1,36-53-1,211 36 1,-70 70 0,-141-71-1,-141 71 17,70 0-17,35 0-15,124-35 16,-35 17-1,-142 18 1,-52 0 15,159 0-15,105 0 0,-35 18-1,-89-18 1,-34 0-1,-89 0 1,194 35 31,424-35-31,-371 0-1,-158 0 1,-107 0 46,36 0-46,212 0 0,-71 0-1,-141 0 1,17 0 78</inkml:trace>
  <inkml:trace contextRef="#ctx0" brushRef="#br0" timeOffset="19654.77">24271 17145 0,'0'-53'31,"35"18"-15,36-53-1,-36 17 1,-35 36 0,18 17-1,-18-17 1,18-36-1,34 1 1,1-1 15,0 1-15,-53 34 0,0 19-1,0-1 1,0 0-16,0-17 15,0-35 1,0 34 0,36-52-1,-36 53 1,0-18 0,17 0-1,-17 18 1,0-53-1,18 17 17,-18 18-17,35 18 1,-35 0 0,18-36-1,17 0 1,-17 19-1,17 16 1,-35-17 0,18 0-1,-1 18 1,18-18 0,-17-17-1,35-19 1,-35 37-1,-1 16 1,-17 1 0,18 17-16,0-35 15,17 0 1,-18 1 0,19 16-1,-19-34 1,19-1-1,-1 36 1,0-36 0,-35 18-1,18 36 1,-18-1 15,53-52-15,0-19-1,-18 1 1,-35 53 15,53 17-15,-35-17 0,-1 35 30,1 0-30,17 0 0,-17 0-1,17 0-15,18 0 16,-18 0 0,-17 0-1,35 0 1,17 0-1,-17 0 17,18 0-17,-1 35 1,-17-35 0,-17 0-1,-36 18 1,88 35-1,-35-53-15,158 35 16,-52 36 0,-88-36-1,-36-17 1,-17 35 0,17-1-1,0-34 1,18 53-1,0-18 17,-35-1-17,35 37 1,-53-72 0,0 1-16,35 35 15,18 17 1,-18 1-1,0-36 1,1 1 0,-1 16-1,18 1 1,-18 0 0,18 0-1,-18-35 1,53 35-1,71 17 1,-53-34 0,0 17-1,0-18 1,-18-18 0,35 36-1,-70-35 16,35 17-15,71 36 0,123-36-1,-70 0 1,-177-35 0,-17 0-16,-18 18 31,194 17-16,35 1 1,18-1 15,-159-18-15,-70-17 0,141 36 46,-71-36-46,-35 17-16,-35 1 15,-1-18 1,1 18 78</inkml:trace>
  <inkml:trace contextRef="#ctx0" brushRef="#br0" timeOffset="25884.49">25964 13917 0,'0'35'78,"0"-17"-62,0 0-1,53 70 1,-35-53 0,35 36-1,-53-36 1,18 0 0,17-17 15,-18 35-16,-17-36 1,18 1 15,-18 17-15,0-17 0,18 0-16,-18-1 15,0 54 1,17-18-1,1-18 1,-18 36 0,0-19-1,0 1 1,18-17 0,-18 17-1,0-36 1,0 1-1,17 52 17,-17-34-17,36-19 17,-36 36-17,0-35 1,35 52-1,-35-34 1,0 52 0,35-18-1,-35 1 1,18-18 0,-1 0-1,-17-35-15,0 17 16,0 53-1,36-17 17,-19-19-17,19 19 1,-36-36 0,17 1-1,-17 16 1,0 1-1,36 18 1,-36-1 0,17-34-1,-17-19-15,0 36 16,53 36 0,-53-72-1,0 36 1,0 35-1,35-17 1,-35-1 15,0-17-15,18-35 15,-18 0-15,0 17-1,0 0 1,0 0 0,18 1-1,-1 17 1,-17-18 0,18-17-1</inkml:trace>
  <inkml:trace contextRef="#ctx0" brushRef="#br0" timeOffset="26565.91">25841 13917 0,'0'18'16,"-35"-1"-1,17 1 1,-35 35 0,-35 53-1,53-36 1,-36 36-1,18 18 1,18-1 0,-18-17-1,53-88-15,0-1 16,0 18 15</inkml:trace>
  <inkml:trace contextRef="#ctx0" brushRef="#br0" timeOffset="27166.08">26088 14288 0,'-18'-18'31,"-52"53"-16,-1 71 1,-52 35 0,17-35-1,-18 35 1,-70 18 0,106-36-1,-71-35 1,142-52-1,-1-19 17,18 19-17</inkml:trace>
  <inkml:trace contextRef="#ctx0" brushRef="#br0" timeOffset="27715.88">25964 15046 0,'0'18'31,"-52"52"-15,-37 18 0,-69 36-1,-89 88 1,35-71-1,141-53 1,18 0 15,1-35-15,52-18 0,-36 0-1,1-17 1,35 0 15</inkml:trace>
  <inkml:trace contextRef="#ctx0" brushRef="#br0" timeOffset="28300.2">26106 15716 0,'0'0'0,"0"18"47,0 17-31,0 0 0,-106 18-1,-106 106 1,-70 35-1,-36 18 1,54-53 0,211-124-1,35-35 1</inkml:trace>
  <inkml:trace contextRef="#ctx0" brushRef="#br0" timeOffset="28749.82">25876 16245 0,'-17'36'31,"-19"-1"-15,19 71 0,-89-18-1,-53 88 1,36-70-1,-1 18 1,107-89 0</inkml:trace>
  <inkml:trace contextRef="#ctx0" brushRef="#br0" timeOffset="29149.27">26264 16510 0,'-35'0'62,"-177"141"-31,142-106-15,70-17 0</inkml:trace>
  <inkml:trace contextRef="#ctx0" brushRef="#br0" timeOffset="33482.58">26352 7020 0,'18'0'32,"17"0"-17,-17 36 1,-18 34-1,35 89 1,-35-18 0,0-70-1,0-1 1,0-105 109,0-18-109,0 0-16,0-35 15,18 17 1,-18 54-1,35-19 1,-35 1 0,18 35-1,-18-18 1,0-17 62,0-35-47,0 52 32,-18 0-48,1-35 1,-1 36 0,18-1 109,18 18-110,17 0 17,0 18-17,-17-1 1,17-17-1,-17 36 1,35 17 0,-36-18-1,36 53 1,-53-53 0,35 18-1,-35-106 188,53-35-187,-35-35 0,35 70-1,-53 35 1,35 18 109,-17 0-94,0 0-15,-1 0-1,18 0 17,1 0 30,34 0-31,-52 0-15,-18 53 15,0-18-15,18 53-1,-18-52 1,17-1 0,-17 0-1,0 36 1,0-18 0,0-36-16,0 1 15,0 35 1,18-53 78</inkml:trace>
  <inkml:trace contextRef="#ctx0" brushRef="#br0" timeOffset="34979.1">25576 13317 0,'0'18'78,"0"17"-62,0 1 31,0-1 47,18-18-32,0 36-46,-18-35-16,0 53 15,17-36 1</inkml:trace>
  <inkml:trace contextRef="#ctx0" brushRef="#br0" timeOffset="36989.58">25594 13247 0,'18'0'141,"17"17"-110,36 1 0,-1 35 0,-35-18 1,1-17-1,-1-18 78,-17-106-78,34 36 1,-16 17-17,-36 17 63,17 36-62,-17-17 0,18 17-1,-18-18 63,18 18-15,-1 18-47,-17-1-1,0 1 1,0 17-16,53 36 31,-53-18-15,35-18-1,-35 0 1,0 1 0,0-19-1,0 1 1</inkml:trace>
  <inkml:trace contextRef="#ctx0" brushRef="#br0" timeOffset="152476.01">15275 12453 0,'-53'0'31,"-17"0"0,35 0-31,-54 53 16,-34-18 0,-54 36-1,1-36 1,-159 0-1,88 1 1,88 34 0,71-52-1,53 35 1,-1-18 0,19-35-16,-18 35 15,-1-17 1,1 17-1,-18 1 17,0-19-17,18 1 1,17-1 15</inkml:trace>
  <inkml:trace contextRef="#ctx0" brushRef="#br0" timeOffset="153500.63">17992 13053 0,'0'0'0,"-141"0"16,-53 0-1,-71 0 1,36 88 0,70-35-1,53-18 1,-53 36 0,-52-54-1,34 19 1,89-19-1,0 54 17,70-54-17,-52 19 1,-1 17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01:38.1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15716 9049 0,'18'0'16,"17"0"0,-17 0-1,35 0 1,53 0-1,70 0 1,71 35 0,35 0-1,124 54 1,35-54 0,-247 0-16,53 0 15,88 1 1,-229-1-1,-89-35 17,89 0-1,106 35-15,105 0-1,-34 1 1,-213-36-1,-17 0 1,-35 0 0,88 0-1,35 0 1,-71 0 0,1 0-1,-71-18 48</inkml:trace>
  <inkml:trace contextRef="#ctx0" brushRef="#br0" timeOffset="870.94">17145 6562 0,'18'0'32,"176"0"-17,211 0 1,301 0 0,-318 0-16,194 0 15,-88 0 1,-88 0-1,-124 0 1,141 0 15,318 0-15,-71 0 0,-176 0-1,-176 0 1,-265-18-1</inkml:trace>
  <inkml:trace contextRef="#ctx0" brushRef="#br0" timeOffset="7239.26">21272 8149 0,'-17'0'15,"-18"0"1,-1 18-1,-34 17 17,-18 18-17,17-18 1,53 1 0,-52-1-1,17 18 1,-35 17-1,0 1 1,17-18 0,36-18-16,17-17 15,0-1 1,1-17 0,17 18-1,17-18 157,36 0-156,124 0 15,-36 0-15,-35 0-1,-53 35 1,-18-17-1,-18 0 17,1-18 30</inkml:trace>
  <inkml:trace contextRef="#ctx0" brushRef="#br0" timeOffset="9665.21">20549 8678 0,'18'0'78,"35"0"-31,106-17-16,-142-1 0,36 18 0,18 0 1,-1 0-17,-52 0 17,70-35 14,-53 35-30,1-18 0,87-17 124,-88 35-124,36-18 0,-53 18-1,-1 0 63,177 0-46,-176 0-1,35 0 16,17 35-32,54 1 1,-54-1 0,-52 0-1,0-35 16,35 71-15,0-36 0,17 36-1,-52-18 1,17-18 0,-17 18-1,-18-18 1,17 36-1,-17-36 17,36-17-17,-36-1 1,0 19 0,0-19-1,0 1 1,0 105-1,0-35 1,0-35 0,0-17-1,0-19 1,0 36 0,-18 0 15,18-35-16,-18-1 17,18 36-17,-17-17-15,-1-1 16,-17-18-16,-18 54 16,-35 0-1,-1-18 1,54-18-1,18-18 17,-54 19-17,0-19 1,-52 36 0,52-53-1,36 18 1,35 0 31,-88-18-32,-18 0 1,35 17 0,1-17-1,17 18 1,53-1-1,-18-17 1</inkml:trace>
  <inkml:trace contextRef="#ctx0" brushRef="#br0" timeOffset="10623">21343 9984 0,'-18'0'93,"1"0"-77,-19 53 0,-16 35-1,16-35 1,19-18-1,-19-35 17,19 18-17,-1 17 32,-35-35-31,53 17-1,0 1 1,0 0 0,0-1 109,35-17-94,18 36-15,36-19-1,16 36 1,37 18-1,-72-54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F6D35-EA0F-EB39-64DE-D8AE77409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5923D-DFD6-C0D6-DDD3-880E019F3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3DCBB-62AF-B9CE-30C1-3C4F64B67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517F-5F2D-402E-A04E-59297B47585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55FCF-3B7E-D3A3-6A38-03A3432E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A5EF2-0AEF-3E5D-B366-5E2299D5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46FF-E306-45C9-A1FA-466F21B566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47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BBD5-CAB9-4940-3E8E-20CFED0A1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19739-8246-EDA5-6099-FDEC2C85D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84AE-702E-B7D4-D0AB-AB12F2D0F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517F-5F2D-402E-A04E-59297B47585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651F8-FB98-B662-1B2D-4CC974ED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BD5C1-DFEA-39BF-5E34-0109370A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46FF-E306-45C9-A1FA-466F21B566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613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83FE-18D9-A8CA-B29D-3607B469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44B56-89F3-03E4-50DC-3D965E274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48B28-32B9-21F3-5118-76C73F39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517F-5F2D-402E-A04E-59297B47585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4EA4-0AB6-A953-8D88-84D9E820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4C163-A259-F1AE-36A8-A3CA029BB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46FF-E306-45C9-A1FA-466F21B566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694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AD1F-573A-69FB-4A8E-FA21078D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F3481-B5BB-7983-B7DD-77C6881E4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86F4A-7873-AD92-7C85-6364F55ED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EE6B2-EF98-0872-187A-08C85F66E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517F-5F2D-402E-A04E-59297B47585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5EE14-E878-02A8-93F9-7D73AF37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29F82-CFAD-D3ED-B6E1-CA569B1C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46FF-E306-45C9-A1FA-466F21B566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799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064E9-C50C-E934-258A-017E7F14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87F5A-1224-E041-39CB-34300FD98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3CAB7-2B32-80BA-783B-CC357EBB6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B94457-7C4A-D731-B0F8-AECE48B5B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CD695-07A4-EE44-C12A-9719044CA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77DF1-D0FA-136D-73FD-30C0BAF3F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934517F-5F2D-402E-A04E-59297B475850}" type="datetimeFigureOut">
              <a:rPr lang="en-GB" smtClean="0"/>
              <a:pPr/>
              <a:t>09/03/2026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1AF91-5B3B-266C-D141-9EAE9F96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C00643-9059-5C21-0617-27A748E9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7DF46FF-E306-45C9-A1FA-466F21B566F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18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5E313-AADD-87D0-2302-3392EA7A6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1907B6-86E8-7C95-5F69-420ECA907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517F-5F2D-402E-A04E-59297B47585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7FB3A4-F840-3E9F-B937-927E4B26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238F7-704C-0B55-1203-5DF86CF2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46FF-E306-45C9-A1FA-466F21B566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390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7AC06-377C-B559-6A10-758E5057C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517F-5F2D-402E-A04E-59297B47585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D453C-534F-9695-D08F-81CC7FA2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3F0DE-E458-AD01-34DB-B839A410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46FF-E306-45C9-A1FA-466F21B566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68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BCCEB-F647-7D36-E1ED-B603AB18B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C6993-1F64-8736-35EC-16DA1F697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6C747-629E-8EC4-BD0B-A80878806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9CE35-6B84-0438-B12D-764CF60A6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517F-5F2D-402E-A04E-59297B47585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45407-7798-5B10-E3D5-3EEF62BE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77841-EA66-7EB8-D436-FEABD445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46FF-E306-45C9-A1FA-466F21B566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10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F05D-8CBA-0A67-C95B-A532F4FE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56754-F1C3-37FC-63A8-FDD4A3066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D2477-2E92-DC82-65FE-3AE6830A2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E4634-505D-1F50-87D8-55D49A73B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517F-5F2D-402E-A04E-59297B47585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9B63D-4AE8-DD47-1A5D-A18BB712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F8F83-7FC9-BC74-2B7F-B4C302FC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46FF-E306-45C9-A1FA-466F21B566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68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D87CE-1B1A-E92E-9E1C-0B3B1A2E9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F34F-CA9C-50D8-2948-423CD01B1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67FE-71A7-E0B3-363A-CB3C2032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517F-5F2D-402E-A04E-59297B47585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93DAC-1B71-46EB-CBCE-F948BC79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42578-23EB-BCF7-4EDA-5BB4FA30D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46FF-E306-45C9-A1FA-466F21B566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349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89C6B3-9122-F434-14B8-C01DAAC4FF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003A1-3EB6-46E0-AC86-3C3CC3941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B38E6-63DB-8063-EB46-091C8CE3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517F-5F2D-402E-A04E-59297B47585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03AAB-21A4-C1E0-0423-5BFACCC8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A82DE-BC2C-B2AC-AB00-06E95AF8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46FF-E306-45C9-A1FA-466F21B566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029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33EC3-8FA2-B36A-DB58-E8E8F26AA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70D2C-E1E1-20EB-5EA3-BA154796C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3A385-B137-81A4-5658-EC97A63EA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4517F-5F2D-402E-A04E-59297B47585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5B5D6-C12D-21D8-9E5D-F6EC2685E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1E05C-64BB-DBF0-C4CA-988CE6CBF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F46FF-E306-45C9-A1FA-466F21B566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57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12" Type="http://schemas.openxmlformats.org/officeDocument/2006/relationships/image" Target="../media/image1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9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B1F6-98E2-6C8C-5D76-9E9DE801D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to Probability and Statistics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4CM521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1AD81C-CA4B-58F8-B51E-29E6F52D2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Continuous Probability Distributions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216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2327-9E91-D923-7A02-E3A426560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6DE2A-D773-2C8E-ED2B-DD62D4AC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229"/>
            <a:ext cx="10515600" cy="467473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effectLst/>
                <a:ea typeface="Calibri" panose="020F0502020204030204" pitchFamily="34" charset="0"/>
              </a:rPr>
              <a:t>Gain familiarity with common continuous probability distributions</a:t>
            </a:r>
          </a:p>
          <a:p>
            <a:pPr>
              <a:lnSpc>
                <a:spcPct val="100000"/>
              </a:lnSpc>
            </a:pPr>
            <a:r>
              <a:rPr lang="en-US" dirty="0">
                <a:effectLst/>
                <a:ea typeface="Calibri" panose="020F0502020204030204" pitchFamily="34" charset="0"/>
              </a:rPr>
              <a:t>Understand the characteristics, properties, and parameters associated with each distribution</a:t>
            </a:r>
            <a:endParaRPr lang="en-US" dirty="0"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effectLst/>
                <a:ea typeface="Calibri" panose="020F0502020204030204" pitchFamily="34" charset="0"/>
              </a:rPr>
              <a:t>Use probability density functions to calculate probabilities associated with specific intervals or events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328464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E9921-FAD6-0B26-E61C-CFA95DCF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continuous 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B052D-6348-BBED-0FAE-C899A4143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008"/>
            <a:ext cx="10515600" cy="36551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ea typeface="Calibri" panose="020F0502020204030204" pitchFamily="34" charset="0"/>
              </a:rPr>
              <a:t>C</a:t>
            </a:r>
            <a:r>
              <a:rPr lang="en-US" dirty="0">
                <a:effectLst/>
                <a:ea typeface="Calibri" panose="020F0502020204030204" pitchFamily="34" charset="0"/>
              </a:rPr>
              <a:t>onsider a study into the wing-span measurements of long eared bats</a:t>
            </a:r>
          </a:p>
          <a:p>
            <a:pPr>
              <a:lnSpc>
                <a:spcPct val="100000"/>
              </a:lnSpc>
            </a:pPr>
            <a:r>
              <a:rPr lang="en-US" dirty="0">
                <a:ea typeface="Calibri" panose="020F0502020204030204" pitchFamily="34" charset="0"/>
              </a:rPr>
              <a:t>T</a:t>
            </a:r>
            <a:r>
              <a:rPr lang="en-US" dirty="0">
                <a:effectLst/>
                <a:ea typeface="Calibri" panose="020F0502020204030204" pitchFamily="34" charset="0"/>
              </a:rPr>
              <a:t>he data arising out of such a study will be continuous in nature</a:t>
            </a:r>
            <a:endParaRPr lang="en-US" dirty="0"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effectLst/>
                <a:ea typeface="Calibri" panose="020F0502020204030204" pitchFamily="34" charset="0"/>
              </a:rPr>
              <a:t>If we wanted to describe the sample space, it would consists of all those numbers in an interval along the Real Line; perhaps [7, 17] cm</a:t>
            </a:r>
          </a:p>
          <a:p>
            <a:pPr>
              <a:lnSpc>
                <a:spcPct val="100000"/>
              </a:lnSpc>
            </a:pPr>
            <a:r>
              <a:rPr lang="en-US" dirty="0">
                <a:effectLst/>
                <a:ea typeface="Calibri" panose="020F0502020204030204" pitchFamily="34" charset="0"/>
              </a:rPr>
              <a:t>It would not consist of a collection of discrete elements with gaps between them as was the case for discrete distribution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368429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00B8-7A93-EE96-0DE0-296D8F8E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probability distributions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5B085-0F31-3623-AFED-5DF4AFDEB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862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effectLst/>
                <a:ea typeface="Calibri" panose="020F0502020204030204" pitchFamily="34" charset="0"/>
              </a:rPr>
              <a:t>A consequence of this is that we have to abandon the notion of probability for each element of the sample space as was defined in the case of discrete distribution</a:t>
            </a:r>
          </a:p>
          <a:p>
            <a:pPr>
              <a:lnSpc>
                <a:spcPct val="120000"/>
              </a:lnSpc>
            </a:pPr>
            <a:r>
              <a:rPr lang="en-US" dirty="0">
                <a:effectLst/>
                <a:ea typeface="Calibri" panose="020F0502020204030204" pitchFamily="34" charset="0"/>
              </a:rPr>
              <a:t>In fact, the probability of obtaining any particular value from a continuous distribution is 0.</a:t>
            </a:r>
            <a:endParaRPr lang="en-US" dirty="0"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effectLst/>
                <a:ea typeface="Calibri" panose="020F0502020204030204" pitchFamily="34" charset="0"/>
              </a:rPr>
              <a:t>Instead, a continuous distribution is defined by a function known as a probability density function (</a:t>
            </a:r>
            <a:r>
              <a:rPr lang="en-US" dirty="0" err="1">
                <a:effectLst/>
                <a:ea typeface="Calibri" panose="020F0502020204030204" pitchFamily="34" charset="0"/>
              </a:rPr>
              <a:t>p.d.f</a:t>
            </a:r>
            <a:r>
              <a:rPr lang="en-US" dirty="0">
                <a:effectLst/>
                <a:ea typeface="Calibri" panose="020F0502020204030204" pitchFamily="34" charset="0"/>
              </a:rPr>
              <a:t>).</a:t>
            </a:r>
          </a:p>
          <a:p>
            <a:pPr>
              <a:lnSpc>
                <a:spcPct val="12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290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1480D-177C-D629-6214-2031E8DE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probability distributions (continued)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E855C9-6ADE-7D89-65BE-CD3F9F5BB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Instead, a continuous distribution is defined by a function known as a probability density function (</a:t>
                </a:r>
                <a:r>
                  <a:rPr lang="en-US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). This function represents how likely a particular value, say x, is to occur.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Given such a function it is, however, possible to talk about the probability of obtaining a value between any two limits.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Recall that a </a:t>
                </a:r>
                <a:r>
                  <a:rPr lang="en-US" kern="100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 is usually denoted by a lower-case letter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and is expressed as a function of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E855C9-6ADE-7D89-65BE-CD3F9F5BB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24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D22E5-6987-48F4-4508-1CC7E908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uniform distribution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E7D64B-F3E0-531E-11E1-B0C20FD2A1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Uniform distribution is </a:t>
                </a:r>
                <a:r>
                  <a:rPr lang="en-US" kern="100" dirty="0" err="1">
                    <a:effectLst/>
                    <a:ea typeface="Calibri" panose="020F0502020204030204" pitchFamily="34" charset="0"/>
                  </a:rPr>
                  <a:t>characterised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 by probability density function which is “flat” and thus the probability is uniform in a closed interval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E7D64B-F3E0-531E-11E1-B0C20FD2A1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797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3DBF-6267-E6F7-170F-23893BEAB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a continuous uniform distribution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C6221B-F5B5-0756-CE61-19738C7EE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3742"/>
                <a:ext cx="10515600" cy="5089585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lnSpc>
                    <a:spcPct val="16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45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  <m:r>
                      <a:rPr lang="en-US" sz="45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4500" kern="100" dirty="0">
                    <a:effectLst/>
                    <a:ea typeface="Times New Roman" panose="02020603050405020304" pitchFamily="18" charset="0"/>
                  </a:rPr>
                  <a:t> The probability and density functions of a continuous uniform random variable </a:t>
                </a:r>
                <a14:m>
                  <m:oMath xmlns:m="http://schemas.openxmlformats.org/officeDocument/2006/math">
                    <m:r>
                      <a:rPr lang="en-US" sz="45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4500" kern="100" dirty="0">
                    <a:effectLst/>
                    <a:ea typeface="Times New Roman" panose="02020603050405020304" pitchFamily="18" charset="0"/>
                  </a:rPr>
                  <a:t>on the interval </a:t>
                </a:r>
                <a14:m>
                  <m:oMath xmlns:m="http://schemas.openxmlformats.org/officeDocument/2006/math">
                    <m:r>
                      <a:rPr lang="en-US" sz="45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45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45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45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45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4500" kern="100" dirty="0">
                    <a:effectLst/>
                    <a:ea typeface="Times New Roman" panose="02020603050405020304" pitchFamily="18" charset="0"/>
                  </a:rPr>
                  <a:t> are</a:t>
                </a:r>
                <a:endParaRPr lang="en-GB" sz="45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5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45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5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45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45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sz="45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45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45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45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45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45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en-US" sz="45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n-US" sz="45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45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n-US" sz="45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5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4500">
                                    <a:effectLst/>
                                    <a:ea typeface="Calibri" panose="020F0502020204030204" pitchFamily="34" charset="0"/>
                                  </a:rPr>
                                  <m:t>elsewhere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5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60000"/>
                  </a:lnSpc>
                  <a:spcAft>
                    <a:spcPts val="800"/>
                  </a:spcAft>
                  <a:buNone/>
                </a:pPr>
                <a:r>
                  <a:rPr lang="en-US" sz="4500" kern="100" dirty="0">
                    <a:effectLst/>
                    <a:ea typeface="Times New Roman" panose="02020603050405020304" pitchFamily="18" charset="0"/>
                  </a:rPr>
                  <a:t>and</a:t>
                </a:r>
                <a:endParaRPr lang="en-GB" sz="45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6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5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sz="45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5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5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sz="45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4500" kern="100">
                                <a:effectLst/>
                                <a:ea typeface="Calibri" panose="020F0502020204030204" pitchFamily="34" charset="0"/>
                              </a:rPr>
                              <m:t>for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&lt;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en-GB" sz="45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5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45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45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sz="45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en-US" sz="45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45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  <m:e>
                            <m:r>
                              <m:rPr>
                                <m:nor/>
                              </m:rPr>
                              <a:rPr lang="en-US" sz="4500" kern="100">
                                <a:effectLst/>
                                <a:ea typeface="Calibri" panose="020F0502020204030204" pitchFamily="34" charset="0"/>
                              </a:rPr>
                              <m:t>for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mr>
                        <m:mr>
                          <m:e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4500" kern="100">
                                <a:effectLst/>
                                <a:ea typeface="Calibri" panose="020F0502020204030204" pitchFamily="34" charset="0"/>
                              </a:rPr>
                              <m:t>for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&gt;</m:t>
                            </m:r>
                            <m:r>
                              <a:rPr lang="en-US" sz="4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mr>
                      </m:m>
                    </m:oMath>
                  </m:oMathPara>
                </a14:m>
                <a:endParaRPr lang="en-GB" sz="45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C6221B-F5B5-0756-CE61-19738C7EE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3742"/>
                <a:ext cx="10515600" cy="5089585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7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C3372-3111-4944-CD1B-AA9182DD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PDF and CDF of a continuous uniform distribution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4FCA5-465A-C4A5-83C9-05BD3C97D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26" y="2487958"/>
            <a:ext cx="8565988" cy="315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83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1BE2-77D7-AC3B-2389-0258C987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57F3AE-8306-D1E5-E281-28A0E43013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This function is very simple to interpret given our definition of a </a:t>
                </a:r>
                <a:r>
                  <a:rPr lang="en-US" kern="100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It simply implies that every element in the range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is as likely as any other and that any value outside that range has no chance of occurring.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57F3AE-8306-D1E5-E281-28A0E43013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8930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09D4D-F1E2-7676-6C4A-D1F2736F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517A88-B09E-6D7E-F8D6-610F08AE81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3683" y="1825625"/>
                <a:ext cx="11335109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If we consider the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as a probability density function, then it should satisfy the following conditions</a:t>
                </a:r>
                <a:r>
                  <a:rPr lang="en-US" dirty="0"/>
                  <a:t>:</a:t>
                </a:r>
              </a:p>
              <a:p>
                <a:pPr>
                  <a:lnSpc>
                    <a:spcPct val="100000"/>
                  </a:lnSpc>
                </a:pPr>
                <a:endParaRPr lang="en-GB" dirty="0"/>
              </a:p>
              <a:p>
                <a:pPr marL="571500" lvl="0" indent="-571500">
                  <a:lnSpc>
                    <a:spcPct val="100000"/>
                  </a:lnSpc>
                  <a:buFont typeface="+mj-lt"/>
                  <a:buAutoNum type="romanLcPeriod"/>
                </a:pPr>
                <a:r>
                  <a:rPr lang="en-GB" dirty="0"/>
                  <a:t>Clearly,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for all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 marL="571500" lvl="0" indent="-571500">
                  <a:lnSpc>
                    <a:spcPct val="100000"/>
                  </a:lnSpc>
                  <a:buFont typeface="+mj-lt"/>
                  <a:buAutoNum type="romanLcPeriod"/>
                </a:pPr>
                <a:endParaRPr lang="en-GB" dirty="0"/>
              </a:p>
              <a:p>
                <a:pPr marL="571500" lvl="0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dirty="0"/>
                  <a:t>, i.e.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distribution function.</a:t>
                </a:r>
              </a:p>
              <a:p>
                <a:pPr marL="571500" lvl="0" indent="-571500">
                  <a:lnSpc>
                    <a:spcPct val="100000"/>
                  </a:lnSpc>
                  <a:buFont typeface="+mj-lt"/>
                  <a:buAutoNum type="romanLcPeriod"/>
                </a:pPr>
                <a:endParaRPr lang="en-GB" dirty="0"/>
              </a:p>
              <a:p>
                <a:pPr marL="571500" lvl="0" indent="-571500">
                  <a:lnSpc>
                    <a:spcPct val="100000"/>
                  </a:lnSpc>
                  <a:buFont typeface="+mj-lt"/>
                  <a:buAutoNum type="romanLcPeriod"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nary>
                  </m:oMath>
                </a14:m>
                <a:endParaRPr lang="en-GB" dirty="0"/>
              </a:p>
              <a:p>
                <a:pPr>
                  <a:lnSpc>
                    <a:spcPct val="100000"/>
                  </a:lnSpc>
                </a:pP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517A88-B09E-6D7E-F8D6-610F08AE81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3683" y="1825625"/>
                <a:ext cx="11335109" cy="4351338"/>
              </a:xfrm>
              <a:blipFill>
                <a:blip r:embed="rId2"/>
                <a:stretch>
                  <a:fillRect l="-323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7052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B056-773C-BA30-6284-843F5C64A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79" y="365125"/>
            <a:ext cx="11447253" cy="1325563"/>
          </a:xfrm>
        </p:spPr>
        <p:txBody>
          <a:bodyPr/>
          <a:lstStyle/>
          <a:p>
            <a:r>
              <a:rPr lang="en-US" dirty="0"/>
              <a:t>Continuous uniform distribution with boundaries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99B6A-DC01-B956-17EA-6E233EB9C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70" y="2229725"/>
            <a:ext cx="6296231" cy="340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40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ED1E0-35C5-A1DC-12A4-E81FDD0E0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for continuous uniform distribution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59D58A-0408-F35D-D34B-96CD227E7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6030"/>
                <a:ext cx="10515600" cy="517071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The mean of the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distribution is given by</a:t>
                </a:r>
                <a:endParaRPr lang="en-US" i="1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i="1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i="1" dirty="0">
                    <a:effectLst/>
                    <a:ea typeface="Calibri" panose="020F050202020403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  <m:e>
                          <m:f>
                            <m:f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i="1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i="1" dirty="0">
                    <a:ea typeface="Calibri" panose="020F050202020403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59D58A-0408-F35D-D34B-96CD227E7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6030"/>
                <a:ext cx="10515600" cy="5170714"/>
              </a:xfrm>
              <a:blipFill>
                <a:blip r:embed="rId2"/>
                <a:stretch>
                  <a:fillRect l="-522" t="-7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85D0FA-6DF6-11D8-6C18-0F15CE544E85}"/>
                  </a:ext>
                </a:extLst>
              </p14:cNvPr>
              <p14:cNvContentPartPr/>
              <p14:nvPr/>
            </p14:nvContentPartPr>
            <p14:xfrm>
              <a:off x="5664240" y="4686480"/>
              <a:ext cx="876600" cy="527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85D0FA-6DF6-11D8-6C18-0F15CE544E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54880" y="4677120"/>
                <a:ext cx="895320" cy="54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1454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CF7F4-DEA8-B7D9-9F5A-7E4C6F58A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for continuous uniform distribution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8CD3C5-5627-9B13-082F-B8946BA720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79171"/>
                <a:ext cx="10515600" cy="4396452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The variance of the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distribution is given by</a:t>
                </a:r>
                <a:endParaRPr lang="en-GB" i="1" dirty="0">
                  <a:effectLst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>
                          <a:effectLst/>
                          <a:ea typeface="Calibri" panose="020F0502020204030204" pitchFamily="34" charset="0"/>
                        </a:rPr>
                        <m:t>Var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dirty="0"/>
                  <a:t>where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+∞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i="1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i="1" dirty="0">
                    <a:ea typeface="Calibri" panose="020F050202020403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)(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8CD3C5-5627-9B13-082F-B8946BA720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79171"/>
                <a:ext cx="10515600" cy="4396452"/>
              </a:xfrm>
              <a:blipFill>
                <a:blip r:embed="rId2"/>
                <a:stretch>
                  <a:fillRect l="-522" t="-6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F427F3-3B6C-98ED-C1A8-BE635E09F3E7}"/>
                  </a:ext>
                </a:extLst>
              </p14:cNvPr>
              <p14:cNvContentPartPr/>
              <p14:nvPr/>
            </p14:nvContentPartPr>
            <p14:xfrm>
              <a:off x="4362480" y="2381400"/>
              <a:ext cx="4324680" cy="3822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F427F3-3B6C-98ED-C1A8-BE635E09F3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120" y="2372040"/>
                <a:ext cx="4343400" cy="384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332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A9B8D17-64F1-2248-167C-F2068697AD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31571"/>
                <a:ext cx="10515600" cy="394539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Therefore,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i="1" kern="100" dirty="0">
                    <a:effectLst/>
                    <a:ea typeface="Calibri" panose="020F050202020403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𝑏𝑎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+4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𝑏𝑎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+4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−3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−6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𝑏𝑎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−3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i="1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i="1" kern="100" dirty="0">
                    <a:effectLst/>
                    <a:ea typeface="Calibri" panose="020F050202020403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𝑏𝑎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standard deviation,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, is thus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GB" sz="4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A9B8D17-64F1-2248-167C-F2068697AD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31571"/>
                <a:ext cx="10515600" cy="3945391"/>
              </a:xfrm>
              <a:blipFill>
                <a:blip r:embed="rId2"/>
                <a:stretch>
                  <a:fillRect l="-522" t="-7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32894AA-F41C-AAC0-BDBF-0CE7D24E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Variance for continuous uniform distribution (continued)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B190BB4-9B83-0A9A-60A2-EA2C30E51D4C}"/>
                  </a:ext>
                </a:extLst>
              </p14:cNvPr>
              <p14:cNvContentPartPr/>
              <p14:nvPr/>
            </p14:nvContentPartPr>
            <p14:xfrm>
              <a:off x="6324480" y="2666880"/>
              <a:ext cx="584640" cy="235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B190BB4-9B83-0A9A-60A2-EA2C30E51D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8640" y="2603520"/>
                <a:ext cx="61596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8559F5-B4EA-194B-B20F-924B6EEEE581}"/>
                  </a:ext>
                </a:extLst>
              </p14:cNvPr>
              <p14:cNvContentPartPr/>
              <p14:nvPr/>
            </p14:nvContentPartPr>
            <p14:xfrm>
              <a:off x="3029040" y="3251160"/>
              <a:ext cx="1321200" cy="597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8559F5-B4EA-194B-B20F-924B6EEEE5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13200" y="3187800"/>
                <a:ext cx="135252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A12CBBD-8212-BECB-CD6F-231D17E7FC0A}"/>
                  </a:ext>
                </a:extLst>
              </p14:cNvPr>
              <p14:cNvContentPartPr/>
              <p14:nvPr/>
            </p14:nvContentPartPr>
            <p14:xfrm>
              <a:off x="7175520" y="2749680"/>
              <a:ext cx="146520" cy="120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A12CBBD-8212-BECB-CD6F-231D17E7FC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59680" y="2686320"/>
                <a:ext cx="1778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15CD567-88E8-B73B-6ABB-C6714908FBDF}"/>
                  </a:ext>
                </a:extLst>
              </p14:cNvPr>
              <p14:cNvContentPartPr/>
              <p14:nvPr/>
            </p14:nvContentPartPr>
            <p14:xfrm>
              <a:off x="4705200" y="3397320"/>
              <a:ext cx="546480" cy="501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15CD567-88E8-B73B-6ABB-C6714908FBD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89360" y="3333960"/>
                <a:ext cx="577800" cy="62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45B3E1A-8001-90D9-C1D6-35D89DC86111}"/>
                  </a:ext>
                </a:extLst>
              </p14:cNvPr>
              <p14:cNvContentPartPr/>
              <p14:nvPr/>
            </p14:nvContentPartPr>
            <p14:xfrm>
              <a:off x="4648320" y="2971800"/>
              <a:ext cx="2857680" cy="32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45B3E1A-8001-90D9-C1D6-35D89DC8611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38960" y="2962440"/>
                <a:ext cx="2876400" cy="5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3708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E8725-698E-9A1B-64CE-564299D9A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4629"/>
            <a:ext cx="10515600" cy="452233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effectLst/>
                <a:ea typeface="Times New Roman" panose="02020603050405020304" pitchFamily="18" charset="0"/>
              </a:rPr>
              <a:t>Let us say the waiting time at a bus stop is uniformly distributed between 1 and 12 minutes.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>
                <a:effectLst/>
                <a:ea typeface="Times New Roman" panose="02020603050405020304" pitchFamily="18" charset="0"/>
              </a:rPr>
              <a:t>This means that the probability of waiting for any given amount of time between 1 and 12 minutes is the same.</a:t>
            </a:r>
          </a:p>
          <a:p>
            <a:pPr>
              <a:lnSpc>
                <a:spcPct val="100000"/>
              </a:lnSpc>
            </a:pPr>
            <a:r>
              <a:rPr lang="en-US" dirty="0">
                <a:effectLst/>
                <a:ea typeface="Times New Roman" panose="02020603050405020304" pitchFamily="18" charset="0"/>
              </a:rPr>
              <a:t>For instance, the probability of waiting for exactly 5 minutes is the same as the probability of waiting for exactly 10 minutes.</a:t>
            </a:r>
            <a:endParaRPr lang="en-US" dirty="0"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effectLst/>
                <a:ea typeface="Times New Roman" panose="02020603050405020304" pitchFamily="18" charset="0"/>
              </a:rPr>
              <a:t>Similarly, the probability of waiting for less than 5 minutes is the same as the probability of waiting for more than 5 minutes.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rgbClr val="FF0000"/>
                </a:solidFill>
                <a:effectLst/>
                <a:ea typeface="Calibri" panose="020F0502020204030204" pitchFamily="34" charset="0"/>
              </a:rPr>
              <a:t>Showcase this using a few examples of your own.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745218-2CA5-463A-3B67-3E236ECE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 8.1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3483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F684D-4A5D-C6E0-3333-5F7F657C5E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30829"/>
                <a:ext cx="10515600" cy="480799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u="sng" kern="100" dirty="0">
                    <a:effectLst/>
                    <a:ea typeface="Calibri" panose="020F0502020204030204" pitchFamily="34" charset="0"/>
                  </a:rPr>
                  <a:t>Solution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To calculate the probability of waiting for a certain amount of time, we can use the formula for the continuous uniform distribution. For example, the probability of waiting for less than 5 minutes can be calculated as follows: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kern="1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1&lt;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&lt;5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p>
                        <m:e>
                          <m:f>
                            <m:f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p>
                      </m:sSubSup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5−1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12−1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≈0.36</m:t>
                      </m:r>
                    </m:oMath>
                  </m:oMathPara>
                </a14:m>
                <a:endParaRPr lang="en-US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This means that there is a 36% chance of waiting for less than 5 minutes at the bus stop.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F684D-4A5D-C6E0-3333-5F7F657C5E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0829"/>
                <a:ext cx="10515600" cy="4807994"/>
              </a:xfrm>
              <a:blipFill>
                <a:blip r:embed="rId2"/>
                <a:stretch>
                  <a:fillRect l="-522" t="-7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F571295-F44D-761E-5CEB-2C2743EF9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 8.1 (continued)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8915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4E2E6-8C18-419D-7EA5-308B439EC8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57399"/>
                <a:ext cx="10515600" cy="411956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7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Similarly, the probability of waiting for more than 10 minutes can be calculated as follows: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7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10&lt;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&lt;12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p>
                        <m:e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p>
                      </m:sSub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12−10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12−1</m:t>
                          </m:r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≈0.18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7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This means that there is an 18% chance of waiting for more than 10 minutes at the bus stop.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4E2E6-8C18-419D-7EA5-308B439EC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57399"/>
                <a:ext cx="10515600" cy="4119563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7D11047-451E-0B6A-7353-F71485C54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 8.1 (continued)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934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F67D99-2ACC-7BCF-6EDC-DE22738186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Illustation</m:t>
                    </m:r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of</m:t>
                    </m:r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1&lt;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&lt;5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F67D99-2ACC-7BCF-6EDC-DE2273818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6C1F5B7-84CC-D682-1BD1-AA2F28E7A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372" y="2076676"/>
            <a:ext cx="6805218" cy="38278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8001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45C7F-C574-BBD5-7511-7B4CE263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Exponential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889AB-7D9C-A9CC-164B-2126ED210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effectLst/>
                <a:ea typeface="Calibri" panose="020F0502020204030204" pitchFamily="34" charset="0"/>
              </a:rPr>
              <a:t>The exponential distribution is a probability distribution that describes the time between independent and identically distributed events occurring at a constant rate.</a:t>
            </a:r>
          </a:p>
          <a:p>
            <a:pPr>
              <a:lnSpc>
                <a:spcPct val="100000"/>
              </a:lnSpc>
            </a:pPr>
            <a:r>
              <a:rPr lang="en-US" dirty="0">
                <a:effectLst/>
                <a:ea typeface="Calibri" panose="020F0502020204030204" pitchFamily="34" charset="0"/>
              </a:rPr>
              <a:t>It is often used to model the time until the first occurrence of an event in a Poisson process.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64255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C62F-7782-B405-8E75-BA4050471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an exponential distribution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CA151-D248-48A1-5B53-03EF153C91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probability density function (</a:t>
                </a:r>
                <a:r>
                  <a:rPr lang="en-US" kern="100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) of the exponential distribution is given by: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sSup>
                                  <m:sSup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≥0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is non-negative and is the rate of the Poisson process. The cumulative distribution function of the exponential distribution is given by: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≥0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CA151-D248-48A1-5B53-03EF153C91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 r="-4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549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31A06-3A6C-F718-D70A-9E83AB74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00" dirty="0">
                <a:ea typeface="Times New Roman" panose="02020603050405020304" pitchFamily="18" charset="0"/>
              </a:rPr>
              <a:t>M</a:t>
            </a:r>
            <a:r>
              <a:rPr lang="en-US" kern="100" dirty="0">
                <a:effectLst/>
                <a:ea typeface="Times New Roman" panose="02020603050405020304" pitchFamily="18" charset="0"/>
              </a:rPr>
              <a:t>ean for the exponential distribution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58EBB9-1174-F96F-6086-C9EDEEA15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6657"/>
                <a:ext cx="10515600" cy="460465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The mean of the exponential distribution is given by: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i="1" kern="1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i="1" kern="100" dirty="0">
                    <a:effectLst/>
                    <a:ea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US" b="0" i="1" kern="10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f>
                                    <m:fPr>
                                      <m:ctrlP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GB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𝜆</m:t>
                                          </m:r>
                                          <m:r>
                                            <a:rPr lang="en-US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+∞</m:t>
                              </m:r>
                            </m:sup>
                          </m:sSub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limLoc m:val="subSup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den>
                              </m:f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i="1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i="1" kern="100" dirty="0">
                    <a:effectLst/>
                    <a:ea typeface="Calibri" panose="020F050202020403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Note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: 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by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integration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by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parts</m:t>
                          </m:r>
                        </m:e>
                      </m:d>
                    </m:oMath>
                  </m:oMathPara>
                </a14:m>
                <a:endParaRPr lang="en-US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kern="100" dirty="0">
                    <a:effectLst/>
                    <a:ea typeface="Calibri" panose="020F050202020403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0+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den>
                          </m:f>
                          <m:nary>
                            <m:naryPr>
                              <m:limLoc m:val="subSup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ⅇ</m:t>
                                      </m:r>
                                    </m:e>
                                    <m:sup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effectLst/>
                    <a:ea typeface="Times New Roman" panose="02020603050405020304" pitchFamily="18" charset="0"/>
                  </a:rPr>
                  <a:t>i.e. the mean of the exponential distribution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1/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, the reciprocal of the rate of the Poisson process.</a:t>
                </a:r>
                <a:r>
                  <a:rPr lang="en-US" dirty="0"/>
                  <a:t> Thus, the average time between events in a Poisson process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.</a:t>
                </a:r>
                <a:endParaRPr lang="en-GB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58EBB9-1174-F96F-6086-C9EDEEA15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6657"/>
                <a:ext cx="10515600" cy="4604658"/>
              </a:xfrm>
              <a:blipFill>
                <a:blip r:embed="rId2"/>
                <a:stretch>
                  <a:fillRect l="-522" t="-661" b="-108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252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1AD9-A45F-4F6A-4D32-BD18A83B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for the exponential distribution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BC10A7-DDBE-035D-DF72-D74A650989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916941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000" kern="100" dirty="0">
                    <a:effectLst/>
                    <a:ea typeface="Times New Roman" panose="02020603050405020304" pitchFamily="18" charset="0"/>
                  </a:rPr>
                  <a:t>The 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70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70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70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7000" kern="100" dirty="0">
                    <a:effectLst/>
                    <a:ea typeface="Times New Roman" panose="02020603050405020304" pitchFamily="18" charset="0"/>
                  </a:rPr>
                  <a:t>, for the exponential distribution is given by: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GB" sz="70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7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7000" kern="100">
                          <a:effectLst/>
                          <a:ea typeface="Calibri" panose="020F0502020204030204" pitchFamily="34" charset="0"/>
                        </a:rPr>
                        <m:t>Var</m:t>
                      </m:r>
                      <m:d>
                        <m:dPr>
                          <m:ctrlPr>
                            <a:rPr lang="en-GB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7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7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7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7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7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70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GB" sz="70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000" kern="100" dirty="0">
                    <a:effectLst/>
                    <a:ea typeface="Times New Roman" panose="02020603050405020304" pitchFamily="18" charset="0"/>
                  </a:rPr>
                  <a:t>Thus,</a:t>
                </a:r>
                <a:endParaRPr lang="en-GB" sz="70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7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+∞</m:t>
                          </m:r>
                        </m:sup>
                        <m:e>
                          <m:sSup>
                            <m:sSupPr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+∞</m:t>
                              </m:r>
                            </m:sup>
                            <m:e>
                              <m:eqArr>
                                <m:eqArrPr>
                                  <m:ctrlPr>
                                    <a:rPr lang="en-GB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sSup>
                                    <m:sSupPr>
                                      <m:ctrlPr>
                                        <a:rPr lang="en-GB" sz="70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70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70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  <m:sSup>
                                    <m:sSupPr>
                                      <m:ctrlPr>
                                        <a:rPr lang="en-GB" sz="70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70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70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70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sz="70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𝑑𝑥</m:t>
                                  </m:r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GB" sz="70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GB" sz="7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d>
                                            <m:dPr>
                                              <m:begChr m:val=""/>
                                              <m:endChr m:val="|"/>
                                              <m:ctrlPr>
                                                <a:rPr lang="en-GB" sz="7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GB" sz="7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7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7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  <m:f>
                                                <m:fPr>
                                                  <m:ctrlPr>
                                                    <a:rPr lang="en-GB" sz="7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p>
                                                    <m:sSupPr>
                                                      <m:ctrlPr>
                                                        <a:rPr lang="en-GB" sz="7000" i="1" kern="10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7000" i="1" kern="10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𝑒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7000" i="1" kern="10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7000" i="1" kern="10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𝜆</m:t>
                                                      </m:r>
                                                      <m:r>
                                                        <a:rPr lang="en-US" sz="7000" b="0" i="1" kern="100" smtClea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sup>
                                                  </m:sSup>
                                                </m:num>
                                                <m:den>
                                                  <m:r>
                                                    <a:rPr lang="en-US" sz="7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sz="7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𝜆</m:t>
                                                  </m:r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sz="7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r>
                                            <a:rPr lang="en-US" sz="7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+∞</m:t>
                                          </m:r>
                                        </m:sup>
                                      </m:sSubSup>
                                      <m:r>
                                        <a:rPr lang="en-US" sz="70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limLoc m:val="subSup"/>
                                          <m:ctrlPr>
                                            <a:rPr lang="en-GB" sz="7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7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r>
                                            <a:rPr lang="en-US" sz="7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+∞</m:t>
                                          </m:r>
                                        </m:sup>
                                        <m:e>
                                          <m:r>
                                            <a:rPr lang="en-US" sz="7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7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  <m:f>
                                            <m:fPr>
                                              <m:ctrlPr>
                                                <a:rPr lang="en-GB" sz="7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p>
                                                <m:sSupPr>
                                                  <m:ctrlPr>
                                                    <a:rPr lang="en-GB" sz="7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7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7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sz="7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𝜆</m:t>
                                                  </m:r>
                                                  <m:r>
                                                    <a:rPr lang="en-US" sz="7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𝑥</m:t>
                                                  </m:r>
                                                </m:sup>
                                              </m:sSup>
                                            </m:num>
                                            <m:den>
                                              <m:r>
                                                <a:rPr lang="en-US" sz="7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𝜆</m:t>
                                              </m:r>
                                            </m:den>
                                          </m:f>
                                          <m:r>
                                            <a:rPr lang="en-US" sz="7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𝑑𝑥</m:t>
                                          </m:r>
                                        </m:e>
                                      </m:nary>
                                    </m:e>
                                  </m:d>
                                </m:e>
                                <m:e>
                                  <m:r>
                                    <a:rPr lang="en-US" sz="70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e>
                          </m:nary>
                        </m:e>
                      </m:nary>
                    </m:oMath>
                  </m:oMathPara>
                </a14:m>
                <a:endParaRPr lang="en-US" sz="7000" b="0" i="1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br>
                  <a:rPr lang="en-US" sz="7000" b="0" i="1" kern="100" dirty="0">
                    <a:effectLst/>
                    <a:ea typeface="Calibri" panose="020F050202020403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7000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7000" kern="100">
                              <a:effectLst/>
                              <a:ea typeface="Calibri" panose="020F0502020204030204" pitchFamily="34" charset="0"/>
                            </a:rPr>
                            <m:t>Note</m:t>
                          </m:r>
                          <m:r>
                            <m:rPr>
                              <m:nor/>
                            </m:rPr>
                            <a:rPr lang="en-US" sz="7000" kern="100">
                              <a:effectLst/>
                              <a:ea typeface="Calibri" panose="020F0502020204030204" pitchFamily="34" charset="0"/>
                            </a:rPr>
                            <m:t>: </m:t>
                          </m:r>
                          <m:r>
                            <m:rPr>
                              <m:nor/>
                            </m:rPr>
                            <a:rPr lang="en-US" sz="7000" kern="100">
                              <a:effectLst/>
                              <a:ea typeface="Calibri" panose="020F0502020204030204" pitchFamily="34" charset="0"/>
                            </a:rPr>
                            <m:t>by</m:t>
                          </m:r>
                          <m:r>
                            <m:rPr>
                              <m:nor/>
                            </m:rPr>
                            <a:rPr lang="en-US" sz="7000" kern="1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7000" kern="100">
                              <a:effectLst/>
                              <a:ea typeface="Calibri" panose="020F0502020204030204" pitchFamily="34" charset="0"/>
                            </a:rPr>
                            <m:t>integration</m:t>
                          </m:r>
                          <m:r>
                            <m:rPr>
                              <m:nor/>
                            </m:rPr>
                            <a:rPr lang="en-US" sz="7000" kern="1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7000" kern="100">
                              <a:effectLst/>
                              <a:ea typeface="Calibri" panose="020F0502020204030204" pitchFamily="34" charset="0"/>
                            </a:rPr>
                            <m:t>by</m:t>
                          </m:r>
                          <m:r>
                            <m:rPr>
                              <m:nor/>
                            </m:rPr>
                            <a:rPr lang="en-US" sz="7000" kern="1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7000" kern="100">
                              <a:effectLst/>
                              <a:ea typeface="Calibri" panose="020F0502020204030204" pitchFamily="34" charset="0"/>
                            </a:rPr>
                            <m:t>parts</m:t>
                          </m:r>
                        </m:e>
                      </m:d>
                    </m:oMath>
                  </m:oMathPara>
                </a14:m>
                <a:endParaRPr lang="en-US" sz="70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br>
                  <a:rPr lang="en-US" sz="7000" kern="100" dirty="0">
                    <a:effectLst/>
                    <a:ea typeface="Calibri" panose="020F050202020403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7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0+</m:t>
                          </m:r>
                          <m:f>
                            <m:fPr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den>
                          </m:f>
                          <m:nary>
                            <m:naryPr>
                              <m:limLoc m:val="subSup"/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𝑥𝑒</m:t>
                                  </m:r>
                                </m:e>
                                <m:sup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d>
                      <m:r>
                        <a:rPr lang="en-US" sz="7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GB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7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70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sz="70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GB" sz="7000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BC10A7-DDBE-035D-DF72-D74A65098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916941"/>
              </a:xfrm>
              <a:blipFill>
                <a:blip r:embed="rId2"/>
                <a:stretch>
                  <a:fillRect l="-522" t="-6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350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238A84-6CE4-DE94-72B0-62A1D7ACD2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74371"/>
                <a:ext cx="10515600" cy="4402592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Therefore,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Thus, the standard deviation,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, of the exponential distribution is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1/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238A84-6CE4-DE94-72B0-62A1D7ACD2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4371"/>
                <a:ext cx="10515600" cy="4402592"/>
              </a:xfrm>
              <a:blipFill>
                <a:blip r:embed="rId2"/>
                <a:stretch>
                  <a:fillRect l="-522" t="-6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FDD6749-66BA-5C39-5E47-338A934D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Variance for the exponential distribution (continued)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2846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C6DA-27DA-2300-64BB-963091CB9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 (Question 8 in the exercise sheet)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E244-5EA1-8777-2FB6-E0DA436F57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lnSpc>
                    <a:spcPct val="100000"/>
                  </a:lnSpc>
                  <a:buClr>
                    <a:srgbClr val="000000"/>
                  </a:buClr>
                  <a:buNone/>
                </a:pPr>
                <a:r>
                  <a:rPr lang="en-GB" kern="1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The time, T, in seconds, between successive phone calls to arrive at a switchboard is given by:</a:t>
                </a:r>
              </a:p>
              <a:p>
                <a:pPr marL="0" lvl="0" indent="0">
                  <a:lnSpc>
                    <a:spcPct val="100000"/>
                  </a:lnSpc>
                  <a:buClr>
                    <a:srgbClr val="000000"/>
                  </a:buClr>
                  <a:buNone/>
                </a:pPr>
                <a:endParaRPr lang="en-GB" kern="100" dirty="0">
                  <a:effectLst/>
                  <a:ea typeface="Aptos" panose="020B00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GB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GB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  <m:r>
                                  <a:rPr lang="en-GB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GB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GB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=2.32</m:t>
                            </m:r>
                            <m:sSup>
                              <m:sSupPr>
                                <m:ctrlPr>
                                  <a:rPr lang="en-GB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GB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−2.32</m:t>
                                </m:r>
                                <m:r>
                                  <a:rPr lang="en-GB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  <m:e>
                            <m:r>
                              <a:rPr lang="en-GB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GB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≥0</m:t>
                            </m:r>
                          </m:e>
                        </m:mr>
                      </m:m>
                    </m:oMath>
                  </m:oMathPara>
                </a14:m>
                <a:endParaRPr lang="en-GB" kern="100" dirty="0">
                  <a:effectLst/>
                  <a:ea typeface="Aptos" panose="020B00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2E244-5EA1-8777-2FB6-E0DA436F57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03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58A261-04C4-7486-6064-4981CB3A6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5258"/>
                <a:ext cx="10515600" cy="4391706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kern="1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(a) State what kind of distribution this is.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kern="100" dirty="0">
                  <a:solidFill>
                    <a:srgbClr val="000000"/>
                  </a:solidFill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kern="100" dirty="0">
                    <a:solidFill>
                      <a:schemeClr val="tx1"/>
                    </a:solidFill>
                    <a:effectLst/>
                    <a:ea typeface="Times New Roman" panose="02020603050405020304" pitchFamily="18" charset="0"/>
                  </a:rPr>
                  <a:t>Exponential distribution with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=2.32</m:t>
                    </m:r>
                  </m:oMath>
                </a14:m>
                <a:endParaRPr lang="en-GB" kern="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sz="1800" kern="100" dirty="0">
                  <a:effectLst/>
                  <a:ea typeface="Aptos" panose="020B000402020202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58A261-04C4-7486-6064-4981CB3A6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5258"/>
                <a:ext cx="10515600" cy="4391706"/>
              </a:xfrm>
              <a:blipFill>
                <a:blip r:embed="rId2"/>
                <a:stretch>
                  <a:fillRect l="-522" t="-8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CCD69A20-E094-BC14-D742-4A1DF26B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Worked example (continued)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93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3011FA-0904-0B66-96FC-28E4937A95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46513"/>
                <a:ext cx="10515600" cy="413044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dirty="0"/>
                  <a:t>(b) Calculate the median time between successive phone calls to arrive at the switchboard.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dirty="0"/>
                  <a:t>Median,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dirty="0"/>
                  <a:t>, should satisfy the following equation: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2.32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−2.32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dirty="0"/>
                  <a:t>Therefore,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2.32×</m:t>
                      </m:r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−2.32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2.32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3011FA-0904-0B66-96FC-28E4937A95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46513"/>
                <a:ext cx="10515600" cy="4130449"/>
              </a:xfrm>
              <a:blipFill>
                <a:blip r:embed="rId2"/>
                <a:stretch>
                  <a:fillRect l="-522" t="-8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A8CADB1-6A7B-12ED-9BA8-E13DF3BF2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Worked example (continued)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136A70-91CB-0389-6FB7-60A560863882}"/>
                  </a:ext>
                </a:extLst>
              </p14:cNvPr>
              <p14:cNvContentPartPr/>
              <p14:nvPr/>
            </p14:nvContentPartPr>
            <p14:xfrm>
              <a:off x="5784840" y="3213000"/>
              <a:ext cx="743400" cy="483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136A70-91CB-0389-6FB7-60A5608638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9000" y="3149640"/>
                <a:ext cx="774720" cy="60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E63D7E7-1105-33D2-90C5-05D4EFF702EA}"/>
                  </a:ext>
                </a:extLst>
              </p14:cNvPr>
              <p14:cNvContentPartPr/>
              <p14:nvPr/>
            </p14:nvContentPartPr>
            <p14:xfrm>
              <a:off x="5581800" y="4102200"/>
              <a:ext cx="946440" cy="1067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E63D7E7-1105-33D2-90C5-05D4EFF702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65960" y="4038840"/>
                <a:ext cx="977760" cy="11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7BA0E4B-D2E2-26EA-33F7-FBDEFB28A74F}"/>
                  </a:ext>
                </a:extLst>
              </p14:cNvPr>
              <p14:cNvContentPartPr/>
              <p14:nvPr/>
            </p14:nvContentPartPr>
            <p14:xfrm>
              <a:off x="4813200" y="2495520"/>
              <a:ext cx="6363000" cy="3734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7BA0E4B-D2E2-26EA-33F7-FBDEFB28A7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03840" y="2486160"/>
                <a:ext cx="6381720" cy="375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7455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10C441-50BC-1E97-6B00-9C1E9F7635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9"/>
                <a:ext cx="10515600" cy="4486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−2.32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−2.32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⇒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−2.32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⇒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−2.32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+0=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⇒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−2.32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=0.29877..</m:t>
                      </m:r>
                      <m:r>
                        <m:rPr>
                          <m:nor/>
                        </m:rPr>
                        <a:rPr lang="en-US" b="0" i="0" smtClean="0"/>
                        <m:t>Seconds</m:t>
                      </m:r>
                    </m:oMath>
                  </m:oMathPara>
                </a14:m>
                <a:endParaRPr lang="en-GB" dirty="0"/>
              </a:p>
              <a:p>
                <a:pPr>
                  <a:lnSpc>
                    <a:spcPct val="100000"/>
                  </a:lnSpc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10C441-50BC-1E97-6B00-9C1E9F7635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9"/>
                <a:ext cx="10515600" cy="448627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F39582E-E7DA-0F4D-1179-C23620DE5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/>
          <a:lstStyle/>
          <a:p>
            <a:r>
              <a:rPr lang="en-US" dirty="0"/>
              <a:t>Worked example (continued)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DFD5FD-26C0-C6D0-32A0-DF5E7AB1DB52}"/>
                  </a:ext>
                </a:extLst>
              </p14:cNvPr>
              <p14:cNvContentPartPr/>
              <p14:nvPr/>
            </p14:nvContentPartPr>
            <p14:xfrm>
              <a:off x="5657760" y="2355840"/>
              <a:ext cx="2737440" cy="1435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DFD5FD-26C0-C6D0-32A0-DF5E7AB1DB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8400" y="2346480"/>
                <a:ext cx="2756160" cy="145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4765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1DA4-A67B-6CF8-E7D3-A64E6EF82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71CB-0563-FDCF-904D-C22CF5DC3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 distribution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325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1258</Words>
  <Application>Microsoft Office PowerPoint</Application>
  <PresentationFormat>Widescreen</PresentationFormat>
  <Paragraphs>137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Times New Roman</vt:lpstr>
      <vt:lpstr>Calibri</vt:lpstr>
      <vt:lpstr>Arial</vt:lpstr>
      <vt:lpstr>Aptos</vt:lpstr>
      <vt:lpstr>Cambria Math</vt:lpstr>
      <vt:lpstr>Office Theme</vt:lpstr>
      <vt:lpstr>Introduction to Probability and Statistics 4CM521</vt:lpstr>
      <vt:lpstr>Learning Outcomes</vt:lpstr>
      <vt:lpstr>Example of continuous data</vt:lpstr>
      <vt:lpstr>Continuous probability distributions</vt:lpstr>
      <vt:lpstr>Continuous probability distributions (continued)</vt:lpstr>
      <vt:lpstr>Continuous uniform distribution</vt:lpstr>
      <vt:lpstr>Definition of a continuous uniform distribution</vt:lpstr>
      <vt:lpstr>PDF and CDF of a continuous uniform distribution</vt:lpstr>
      <vt:lpstr>Interpretation</vt:lpstr>
      <vt:lpstr>Properties</vt:lpstr>
      <vt:lpstr>Continuous uniform distribution with boundaries</vt:lpstr>
      <vt:lpstr>Mean for continuous uniform distribution</vt:lpstr>
      <vt:lpstr>Variance for continuous uniform distribution</vt:lpstr>
      <vt:lpstr>Variance for continuous uniform distribution (continued)</vt:lpstr>
      <vt:lpstr>Example 8.1</vt:lpstr>
      <vt:lpstr>Example 8.1 (continued)</vt:lpstr>
      <vt:lpstr>Example 8.1 (continued)</vt:lpstr>
      <vt:lpstr> Illustation of P(1&lt;X&lt;5)</vt:lpstr>
      <vt:lpstr>Exponential distribution</vt:lpstr>
      <vt:lpstr>Definition of an exponential distribution</vt:lpstr>
      <vt:lpstr>Mean for the exponential distribution</vt:lpstr>
      <vt:lpstr>Variance for the exponential distribution</vt:lpstr>
      <vt:lpstr>Variance for the exponential distribution (continued)</vt:lpstr>
      <vt:lpstr>Worked example (Question 8 in the exercise sheet)</vt:lpstr>
      <vt:lpstr>Worked example (continued)</vt:lpstr>
      <vt:lpstr>Worked example (continued)</vt:lpstr>
      <vt:lpstr>Worked example (continued)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Sutton</dc:creator>
  <cp:lastModifiedBy>Jack Sutton</cp:lastModifiedBy>
  <cp:revision>2</cp:revision>
  <dcterms:created xsi:type="dcterms:W3CDTF">2025-02-07T11:18:47Z</dcterms:created>
  <dcterms:modified xsi:type="dcterms:W3CDTF">2026-03-09T12:02:04Z</dcterms:modified>
</cp:coreProperties>
</file>