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9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92000" cy="6858000"/>
  <p:notesSz cx="7099300" cy="9385300"/>
  <p:embeddedFontLst>
    <p:embeddedFont>
      <p:font typeface="Cambria Math" panose="02040503050406030204" pitchFamily="18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D216F5-F3A8-4F06-8547-B4004B4F9C28}" v="4" dt="2026-03-16T11:53:39.7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k Sutton" userId="ff762cc7-8b85-4d5d-84fc-d80ed39daf4b" providerId="ADAL" clId="{9B08B160-844E-43CA-A6A1-8C1B98E6725C}"/>
    <pc:docChg chg="modSld">
      <pc:chgData name="Jack Sutton" userId="ff762cc7-8b85-4d5d-84fc-d80ed39daf4b" providerId="ADAL" clId="{9B08B160-844E-43CA-A6A1-8C1B98E6725C}" dt="2026-03-16T11:53:39.775" v="0"/>
      <pc:docMkLst>
        <pc:docMk/>
      </pc:docMkLst>
      <pc:sldChg chg="addSp">
        <pc:chgData name="Jack Sutton" userId="ff762cc7-8b85-4d5d-84fc-d80ed39daf4b" providerId="ADAL" clId="{9B08B160-844E-43CA-A6A1-8C1B98E6725C}" dt="2026-03-16T11:53:39.775" v="0"/>
        <pc:sldMkLst>
          <pc:docMk/>
          <pc:sldMk cId="344002330" sldId="277"/>
        </pc:sldMkLst>
        <pc:inkChg chg="add">
          <ac:chgData name="Jack Sutton" userId="ff762cc7-8b85-4d5d-84fc-d80ed39daf4b" providerId="ADAL" clId="{9B08B160-844E-43CA-A6A1-8C1B98E6725C}" dt="2026-03-16T11:53:39.775" v="0"/>
          <ac:inkMkLst>
            <pc:docMk/>
            <pc:sldMk cId="344002330" sldId="277"/>
            <ac:inkMk id="5" creationId="{61628E29-BC20-DF99-728F-F368751A283C}"/>
          </ac:inkMkLst>
        </pc:inkChg>
        <pc:inkChg chg="add">
          <ac:chgData name="Jack Sutton" userId="ff762cc7-8b85-4d5d-84fc-d80ed39daf4b" providerId="ADAL" clId="{9B08B160-844E-43CA-A6A1-8C1B98E6725C}" dt="2026-03-16T11:53:39.775" v="0"/>
          <ac:inkMkLst>
            <pc:docMk/>
            <pc:sldMk cId="344002330" sldId="277"/>
            <ac:inkMk id="6" creationId="{FF44E54C-3DA2-BADB-D577-9381DF728520}"/>
          </ac:inkMkLst>
        </pc:inkChg>
        <pc:inkChg chg="add">
          <ac:chgData name="Jack Sutton" userId="ff762cc7-8b85-4d5d-84fc-d80ed39daf4b" providerId="ADAL" clId="{9B08B160-844E-43CA-A6A1-8C1B98E6725C}" dt="2026-03-16T11:53:39.775" v="0"/>
          <ac:inkMkLst>
            <pc:docMk/>
            <pc:sldMk cId="344002330" sldId="277"/>
            <ac:inkMk id="7" creationId="{91989DBE-4B64-8C96-3A4C-A0B091194A6C}"/>
          </ac:inkMkLst>
        </pc:inkChg>
        <pc:inkChg chg="add">
          <ac:chgData name="Jack Sutton" userId="ff762cc7-8b85-4d5d-84fc-d80ed39daf4b" providerId="ADAL" clId="{9B08B160-844E-43CA-A6A1-8C1B98E6725C}" dt="2026-03-16T11:53:39.775" v="0"/>
          <ac:inkMkLst>
            <pc:docMk/>
            <pc:sldMk cId="344002330" sldId="277"/>
            <ac:inkMk id="8" creationId="{03872ACA-A24C-7186-B1E0-8F699F6BD32A}"/>
          </ac:inkMkLst>
        </pc:inkChg>
        <pc:inkChg chg="add">
          <ac:chgData name="Jack Sutton" userId="ff762cc7-8b85-4d5d-84fc-d80ed39daf4b" providerId="ADAL" clId="{9B08B160-844E-43CA-A6A1-8C1B98E6725C}" dt="2026-03-16T11:53:39.775" v="0"/>
          <ac:inkMkLst>
            <pc:docMk/>
            <pc:sldMk cId="344002330" sldId="277"/>
            <ac:inkMk id="9" creationId="{DDD0238E-9653-DD00-E994-2FC69327913A}"/>
          </ac:inkMkLst>
        </pc:inkChg>
        <pc:inkChg chg="add">
          <ac:chgData name="Jack Sutton" userId="ff762cc7-8b85-4d5d-84fc-d80ed39daf4b" providerId="ADAL" clId="{9B08B160-844E-43CA-A6A1-8C1B98E6725C}" dt="2026-03-16T11:53:39.775" v="0"/>
          <ac:inkMkLst>
            <pc:docMk/>
            <pc:sldMk cId="344002330" sldId="277"/>
            <ac:inkMk id="10" creationId="{C85D4620-8EB2-517C-0ACE-ADED564D5573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6-03-16T11:27:09.020"/>
    </inkml:context>
    <inkml:brush xml:id="br0">
      <inkml:brushProperty name="width" value="0.08819" units="cm"/>
      <inkml:brushProperty name="height" value="0.35278" units="cm"/>
      <inkml:brushProperty name="color" value="#00B0F0"/>
      <inkml:brushProperty name="tip" value="rectangle"/>
      <inkml:brushProperty name="rasterOp" value="maskPen"/>
    </inkml:brush>
  </inkml:definitions>
  <inkml:trace contextRef="#ctx0" brushRef="#br0">25030 2099 0,'0'0'0,"-18"0"32,-229 0-17,-106-88 1,0 88-1,-17 0 1,0 0 0,-18 0-1,17 0 1,230 0 0,0 0-1,35-18-15,0 18 16,18-35 15,70 35-15,-52 0 46,17 0-46,-88 0-1,0 0 1,88 0-16,53 18 47,0-1 62,17-17-93,72 0 0,105 0-1,300 0 1,335 0-1,-547 0-15,106 0 16,-335 0 0,-71 0 62,-176 0-63,-194 0 17,-123 0-17,281 0-15,1 0 16,-18 0-16,18 0 16,123 0-1,-18 0 1,-105 18-1,53 17 1,193-17 78,460 52-63,-160-70-31,71 0 16,476 0-1,-387 0 1,-424 0 0,-36 0-1,1 36 1,-142-1-1,-123 88 1,-299 1 0,-354-18-1,-70 35 1,335-53 0,476-70-16,124-1 15,70 19 1,106-36 15,36 0-15,246 0-1,0 0 1,36 0 0,-36 0-1,-229-18 1,-352 18 31,-636 123-32,388-70-15,-52 35 16,334-70 0,318-18 30,318-70-30,264-142 0,-371 71-1,-334 105 1,-177-16 0,-300 52-1,-511 0 1,635 0-16,35 0 15,176 0-15,213 0 32,528-18-17,159-141 1,-494 89 0,-423 70 15,-194 0 0,-177 0-15,247 0-1,265-36 17,459-87-17,-336 35 1,-158 88-1,-18-18 1,-18 18 0,1 0-1,87 123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3-16T11:27:13.687"/>
    </inkml:context>
    <inkml:brush xml:id="br0">
      <inkml:brushProperty name="width" value="0.08819" units="cm"/>
      <inkml:brushProperty name="height" value="0.35278" units="cm"/>
      <inkml:brushProperty name="color" value="#00B0F0"/>
      <inkml:brushProperty name="tip" value="rectangle"/>
      <inkml:brushProperty name="rasterOp" value="maskPen"/>
    </inkml:brush>
  </inkml:definitions>
  <inkml:trace contextRef="#ctx0" brushRef="#br0">23426 2649 1035 0,'15'-12'341'0,"-15"12"17"0,0 0-27 0,0 0-12 16,0 0-20-16,0 0-39 0,0 0-11 0,-17-23-10 16,4 23-23-16,-7 0-30 0,-32 11-1 0,18-4-38 15,-5 4-8-15,-6 1-24 0,0-1 7 0,-5 7-24 16,-2-2-6-16,-7 3-18 0,1 0-8 15,2-1-9-15,2 0 9 0,7-4-22 0,7-1-2 16,5-1-22-16,8-5-5 0,5 1 4 0,12-6-11 16,12-4-7-16,11-7-5 0,8-4 6 15,12-1-11-15,13-7 2 0,8 3-7 16,4-1-4-16,9-1 0 0,-1 0 7 0,6 0 13 16,-3 3-7-16,-1 0-2 0,-1 5-11 0,-1 0 5 15,-4 3 9-15,-6 2 4 0,-3 2-11 0,-6 0 0 16,-10 2-29-16,-1-1 17 0,-6 3 15 15,-16 1 1-15,-5 0-10 0,-3 0 1 0,-2 13-6 16,-20-3 30-16,-7-1-9 0,-3-2 14 0,-10 7-9 16,-6 1 8-16,-12 4-15 0,-7 1-2 0,-6 7-6 15,-4-1 17-15,-1 1 6 0,2 2 14 16,2 0 9-16,6-5-8 0,10 2 2 0,10-4-6 16,12-1-15-16,9-4 2 0,13-3-19 15,8-14 11-15,26 13-10 0,-7-13 11 0,10 0-8 16,50-15 8-16,-26 4-2 0,4-4 3 0,10-1 6 15,-1-2-1-15,6-1-15 0,-2 0 3 16,-1-1 2-16,2 2 11 0,-11-1-25 0,-3 3 13 16,-6-2 0-16,-5 4 16 0,-9 2 24 15,-8-1-12-15,-8 2-8 0,-12-1 17 0,-9 12-17 16,-15-9 1-16,-13 7 0 0,-7 0-3 0,12 2-4 16,-15 0-7-16,-13 0 11 0,-80 15-13 0,42-9 11 15,-3 2-22-15,-14 1 7 0,-7 2-6 16,-1-1 3-16,1-5 0 0,5 1-12 0,6-1-5 15,9-3 17-15,52-2 1 0,-17 0-9 0,-57-20-25 16,64 3-8-16,14-5 5 0,10-6-38 16,9-6 10-16,12-2 5 0,6 18 12 0,13-48 13 15,3 23-12-15,6-3 15 0,6-1 10 0,4 1-9 16,0 0 6-16,1 1 20 0,-1 3 8 16,-7 3 12-16,-1 5 14 0,-5 7 20 0,-8 2 6 15,-7 1-9-15,-4 17 3 0,-25-11-29 0,-3 17 17 16,11 1-3-16,-42 17 10 0,11-3-1 0,-6 7-14 15,-8 5 1-15,-9 0-2 0,-7 5 3 16,-4 2 4-16,-1 0-9 0,4 5 1 0,2-4 17 16,8-3 2-16,10-6-11 0,10-3-10 15,10-2-17-15,8-8-3 0,12-5-41 0,19-7-22 16,0 0 9-16,4-19-14 0,17 4 6 0,4-5 8 16,7 1 21-16,1-5-10 0,7-4 18 0,2 2 3 15,5-5 2-15,2-2-12 0,1 2 15 16,-2 1-1-16,0 0-2 0,-5 3 0 0,-2 4 1 15,-5 3 2-15,-12 1 10 0,-6 3 28 16,-5 6-22-16,-13 10 3 0,0 0 14 0,-26 2 2 16,-2 9-30-16,-7 1 17 0,-8 4 10 0,-13 3-16 15,-3 4 2-15,-7 0 10 0,-7 1-28 0,1 2 37 16,-3-1-22-16,3-3 1 0,7-1 23 16,6-4-14-16,7-5 21 0,8-5-13 0,11-2-20 15,19-5-15-15,-8-16 12 0,22 0-21 0,0 7 2 16,23-26 3-16,-1 6 3 0,6-1 1 0,8-4 1 15,1-3-2-15,1-1 0 0,6 0 3 0,-2 3 1 16,0 1 0-16,-4-3 1 0,-6 8 8 16,-4 4 16-16,-2 3 33 0,-14 3 4 0,-6 4-37 15,-6 15 19-15,-29-4-1 0,14 4 14 16,-34 19 9-16,6 0 11 0,-4 6-21 0,-8 5 2 16,-10 8-4-16,-7 0-3 0,-3 6-5 0,-4 1 1 15,-3 1 0-15,4-1-8 0,1-1-8 0,8-4 6 16,8 0-7-16,5-9 6 0,11-5-10 15,6-2-18-15,14-5 2 0,4-6-6 0,14-10 4 16,7-3-3-16,23-6 9 0,3-9 3 0,10-3-22 16,9-7 9-16,7-6-25 0,7-3-1 0,3-2 2 15,7-5-28-15,1-2 21 0,3 0 4 16,2 2-1-16,2 2 7 0,-5 3-6 0,-3 2 24 16,-9 6-7-16,-8 6-22 0,-7 6 5 0,-13 4 2 15,-9 10 10-15,-23 2-6 0,0 16 2 16,-14 4 21-16,-13 5-9 0,-15 7 20 0,-2 5 3 15,-11 6-5-15,-7 7 30 0,-15 6-14 0,-6 1 5 16,-5 5 29-16,1-1 7 0,4 1 22 0,3-7 1 16,11-5-6-16,12-6-16 0,10-6 0 15,12-7-9-15,11-6-16 0,14-7-12 0,10-18-9 16,25 4-2-16,8-15 4 0,12-6 1 16,9-7-8-16,12-8 4 0,12-4-8 0,13-4 4 15,4-3 0-15,3-5 1 0,2 3-12 16,2-4-6-16,-4 2-8 0,-2 5 9 0,-4 0 3 15,-6 8-9-15,-9 3 11 0,-11 6-11 0,-11 3-9 16,-10 7 23-16,-13 11-2 0,-10 1-1 16,-22 3 5-16,1 21 6 0,-14-2-10 0,-14 7 6 15,-8 3-5-15,-18 10 13 0,-8 6 8 0,-16 7-4 16,-6 10 3-16,-10 5-6 0,-69 41 0 16,38-20 24-16,25-20-4 0,21-13 26 0,7-5 2 15,9-7-17-15,16-7-12 0,14-7-12 0,14-8-4 16,18-11-16-16,0-10-14 0,36-6-5 0,-2-8-1 15,7-9 8-15,13-7 3 0,9-4-15 16,10-9 10-16,8-3 5 0,5-4 1 0,1 0-6 16,6-5 10-16,3-1-5 0,4 3-1 0,0-1-2 15,2 0 12-15,-5 5-2 0,-4 4-2 16,-12 4-7-16,-10 6-10 0,-7 6 19 16,-14 10 2-16,-8 5 6 0,-12 9 12 0,-21 5-8 0,6 11 7 15,-24 9-7-15,-9 3 4 0,-11 9 1 16,-13 7-3-16,-7 4 21 0,-10 8-15 0,-15 6 13 15,-10 7-17-15,-3 2 1 0,-1-1 12 16,5-1 12-16,6-8 0 0,10-4 3 0,11-9-15 16,14-6 2-16,16-9-17 0,12-4-14 0,14-24 1 15,22 9 2-15,6-17-13 0,10-9 9 0,11-7-6 16,9-9 5-16,13-6-5 0,7-8-6 16,9-4 4-16,5-6-14 0,4-7-8 0,66-40-14 15,-31 18 3-15,-24 14-9 0,-10 12-16 0,-1-3 23 16,0 7-5-16,-10 4-8 0,-6 6 27 15,-8 3 0-15,-8 8 21 0,-10 5-1 0,-12 9 13 16,-15 7 1-16,-4 8 9 0,-23 6-2 16,-6 19 4-16,-17-3-6 0,-8 11 4 0,-13 8-1 15,-11 5 13-15,-8 7-12 0,-10 3 12 0,-10 8-9 16,-7 6 5-16,-4 1 13 0,-58 45 12 0,41-29 4 16,29-18-2-16,18-17-5 0,16-4-5 0,9-7-11 15,12-5-25-15,12-13-11 0,15-9-12 16,13-8-2-16,20-10 5 0,13-10-7 0,9-8 0 15,14-10-1-15,8-5 9 0,12-7 6 16,7-7-16-16,72-47 2 0,-2 3-13 0,-1 1-3 16,-27 23 4-16,-22 9 4 0,-8 13-4 0,-5 5 11 15,1 0 0-15,-8 6 2 0,-8 5 7 16,-8 5 14-16,-13 6-2 0,-8 6 30 0,-8 10 11 16,-19 8 11-16,-19 4 4 0,13 20 7 0,-29 4-6 15,-14 3-4-15,-14 9 0 0,-11 7 10 0,-9 5 0 16,-15 6-12-16,-13 9-3 0,-11 5-2 0,-66 50 21 15,-16 4-1-15,10 0 1 0,7-6-5 16,38-26 16-16,32-23 21 0,19-17-20 16,13-9-26-16,14-5-7 0,13-8-25 0,12-10-19 15,13-7-9-15,16-14-8 0,11-10 9 0,15-9-19 16,7-8 17-16,14-5-3 0,13-14-3 16,8-1-18-16,7-9-19 0,66-48-10 0,9-4-7 15,-10 4-10-15,-30 22 1 0,-21 15-2 0,-15 10 18 16,0 5-1-16,-5 4 8 0,0 6-6 15,-8 3 16-15,-8 3 24 0,-8 9-1 0,-10 7 43 16,-17 9-6-16,-6 6 1 0,-27 8 6 0,6 14 5 16,-21 5-7-16,-12 6 6 0,-11 9-2 0,-13 7 11 15,-14 5-1-15,-16 7-11 0,-12 8 12 16,-73 48 30-16,4-3 13 0,32-22 21 0,23-12 2 16,20-12-11-16,5-8 32 0,14-6-13 15,11-6-63-15,16-3 7 0,11-14-25 0,12-5-10 16,18-14-23-16,11-8 0 0,14-10-3 0,19-9-7 15,9-6 9-15,16-10-1 0,8-6-1 16,10-5 5-16,12-4-15 0,72-44-21 0,-36 18-8 16,38-18-5-16,-36 20 0 0,-20 14-6 0,-14 11 23 15,0 1 9-15,-3 6-8 0,-7 3-4 16,-6 7 12-16,-10 4 6 0,-8 2 20 0,-10 12 17 16,-12 5 17-16,-15 10 0 0,-22 3 10 0,8 22-2 15,-29 2 7-15,-9 5-2 0,-9 7-2 0,-19 6-2 16,-13 8 14-16,-12 5-1 0,-12 7-3 15,-74 50-6-15,-2-4-3 0,-4 0 20 0,7 1 9 16,34-27-7-16,25-16 27 0,25-16 0 0,9-5-10 16,15-6-8-16,13-5-54 0,11-13-35 0,17-3-16 15,9-18-9-15,26 0 8 0,4-14-19 0,12-2 17 16,8-8-7-16,10-9-6 0,6-3 2 16,6-10-12-16,8-3-9 0,7-4-7 0,5-2 1 15,0-4 2-15,6 2 5 0,-4 0 10 0,-1 3 3 16,1 2 10-16,-11 5-10 0,-3 5 14 0,-11 6-3 15,-9 6 18-15,-9 5 39 0,-12 8 6 16,-14 8-2-16,-14 6 6 0,-11 3-2 0,-14 20-5 16,-12-3 8-16,-12 12-7 0,-17 4 8 15,-13 5 2-15,-10 9-2 0,-13 7-2 0,-75 44 11 16,3 2-1-16,-3-2 18 0,35-21 7 0,20-11 27 16,25-15 4-16,8-8-17 0,11-3-31 0,12-6-23 15,17-9 8-15,12-9-25 0,20-10-17 16,9-7-11-16,16-9 1 0,10-5 5 0,13-10 1 15,11-5 7-15,6-6-11 0,9-5 2 0,11-7 15 16,8-2-20-16,7-5-2 0,5 1-17 16,-3 2 11-16,8 1-8 0,-5 3-2 0,-3 0 11 15,-5 6 6-15,-5 2-4 0,-10 5 7 0,-7 3 3 16,-13 7 19-16,-7 10 23 0,-15 5 11 16,-6 6-14-16,-28 4 14 0,8 17-16 0,-27 2-2 15,-8 6 8-15,-15 6-7 0,-14 9 5 16,-12 6-1-16,-14 5 20 0,-8 7-8 0,-78 52 19 15,4-5 25-15,35-23 22 0,27-16-10 0,24-14 33 16,6-6-22-16,11-4-10 0,17-8-54 16,18-8-20-16,18-9-13 0,8-17-11 15,27 7-2-15,10-16-5 0,5-5-6 0,12-7 6 16,12-8 1-16,11-6 13 0,8-6-22 0,5-3 6 16,6 0-13-16,2-5 4 0,5 3 7 15,0 2 2-15,-2 5-3 0,-5 1 4 0,-7 7-8 16,-8 1 7-16,-8 4 2 0,-10 5 4 0,-13 5 11 15,-11 7 5-15,-11 6 0 0,-19 3 6 16,-2 18 4-16,-20-1-12 0,-9 4 9 0,-11 5 14 16,-14 7-6-16,-9 4 14 0,-10 10-14 0,-12 3 9 15,-9 2 31-15,-6 2-7 0,1-1 28 16,2-1 43-16,11-2-10 0,7-7-7 0,12-2-34 0,14-10-18 16,14-6-9-16,12-7-26 0,11-7 0 15,9-11-10-15,32-4-7 0,-2-6 5 0,10-5-12 16,10-5 2-16,5-4-1 0,9-4 7 0,2-1-15 15,7-7-4-15,3 4 2 0,3 1 7 16,3-1 0-16,-4 4-2 0,-3 1 5 0,-10 4-3 16,-6 5-5-16,-8 4 7 0,-6 5-4 15,-13 3 4-15,-20 6-3 0,8 15 15 0,-25-1-3 16,-12 7 20-16,-6 1-23 0,-11 5-5 0,-8 5 31 16,-12 4-1-16,-4 3 11 0,1 2 14 0,-10 0 22 15,4 2-2-15,2-4 2 0,10-6 0 16,7-3-29-16,9-5-10 0,13-3-8 0,9-3 9 15,13-19-14-15,12 9-7 0,8-14-3 0,15-6 10 16,8-4-18-16,9-5-14 0,10-4 16 16,7-2-16-16,4-1 12 0,3 0-21 0,-2 0 5 15,1 0 6-15,-3 2-8 0,-6 4 0 16,-6 1 14-16,-10 4 3 0,-4 5-10 0,-11 2 14 16,-5 6 0-16,-21 3-1 0,5 10 7 15,-23 3-7-15,-7 2-3 0,-10 4-2 0,-6 0 31 16,-9 4 1-16,-5 3 29 0,-2-1 1 0,-1-1 4 15,6-1 2-15,3-4-8 0,4-3-33 16,6-4-32-16,5 2 0 0,3-4-103 0,3-7-38 16,4 2-56-16,9-5 22 0,6 0-241 15,0 0 39-15,0 0-307 0,-15-13 52 0,13 6 47 16,-2-8 48-16,-5 6 74 0,4-7 16 16,0 2 38-16,5 0 41 0,-4 5 8 0,-1 0 11 15,1 3 24-15,-1 2 8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3-16T11:27:21.055"/>
    </inkml:context>
    <inkml:brush xml:id="br0">
      <inkml:brushProperty name="width" value="0.08819" units="cm"/>
      <inkml:brushProperty name="height" value="0.35278" units="cm"/>
      <inkml:brushProperty name="color" value="#00B0F0"/>
      <inkml:brushProperty name="tip" value="rectangle"/>
      <inkml:brushProperty name="rasterOp" value="maskPen"/>
    </inkml:brush>
  </inkml:definitions>
  <inkml:trace contextRef="#ctx0" brushRef="#br0">6929 6564 600 0,'0'0'245'0,"0"0"-2"0,0 0-15 0,0 0 2 0,0 0-19 0,0 0 12 0,0 0-22 16,0 0 0-16,0 0-3 0,0 0-23 16,0 0 33-16,0 0-16 0,0 0 1 0,0 0 10 15,0 0-39-15,0 0-15 0,0-12 1 0,0 12-27 16,0 0 6-16,0 0-7 0,0 0-10 0,0 0-5 16,-37-5 1-16,24 11 3 0,-1-2-17 15,-5 0-4-15,1-1-11 0,-1 3-5 0,2-1-11 16,-2 0 0-16,-1-1-13 0,-7 3 5 15,5-3-9-15,-2 3 11 0,-2-2-11 0,4 1-11 16,-1-1 15-16,0 2-14 0,3-2 8 0,-1 0 3 16,0 1-1-16,-2-3-3 0,0 3-1 0,1 0-15 15,-1-4 10-15,0 0-17 0,0 1 12 16,2 2 12-16,2-3-9 0,-1 1 0 0,-3 1-2 16,0-3-18-16,0 2 11 0,3 0-7 0,1 1 10 15,-2-1 8-15,0 0 2 0,1-2-3 16,1 4-18-16,1-1-5 0,0-1 20 0,-5 0-15 15,6 0 7-15,-3 1-8 0,4-1 9 16,1-1 2-16,-3 3-5 0,0-4 4 0,7 0 0 16,1-1-12-16,2 2 16 0,1-2-11 0,0 0-8 15,-1 1 6-15,2 0-5 0,0-1-2 0,-1 0 1 16,7 0 14-16,0 0 0 0,-10 0-11 0,-4 0-4 16,1 0-3-16,-1 0 3 0,2 0 2 0,-1 0-10 15,4 0 3-15,-1 0 0 0,0 0-7 16,-3 0-3-16,-3 0 14 0,-1 0-1 15,2 0-11-15,3 0-11 0,0 0 11 0,0 0 17 16,-2 0-21-16,-4 0 8 0,2 0 8 0,3 0-4 16,0 0-9-16,-3 6 17 0,1-6-17 0,2 0 8 15,-2 0 0-15,0 0-4 0,0 0 10 16,2 0-20-16,1 0 20 0,-4 0 7 0,-3 0 4 16,-1 0-20-16,1 0-5 0,0 0 4 15,-2 0-2-15,1 0 6 0,-1 0-9 0,-20 12 1 16,20-9-1-16,0-1 3 0,1 1 6 0,-1-1-7 15,2 1 7-15,2 1-2 0,0-2 2 16,-2 1-9-16,0-1 1 0,5 0 7 16,-1-2-1-16,3 1 0 0,6 0 1 0,-12 2-4 15,5-2-4-15,-1-1 10 0,5 1 10 0,-1-1-14 16,3 0 1-16,7 0-13 0,-15 0 24 16,-1 0-8-16,0 0-1 0,0 0-10 0,3 0 3 15,-5 0 2-15,1 0-2 0,-2 0 4 16,0 0 1-16,1 0-10 0,3 0 1 0,1 0 6 15,1 0 3-15,3 0 0 0,-2 0-1 0,2 0-5 16,-3 0 14-16,-4 0-21 0,1 0-1 0,-2 0-4 16,0 0 12-16,-1 0-2 0,2 0 1 15,-2 0 2-15,2 0 12 0,0 0-27 0,-1 0 0 16,-18-1-3-16,19 2 8 0,-2 0-9 0,4 0 1 16,2-1-2-16,0 2-3 0,-3 1 15 15,3 0-4-15,0-3-6 0,13 0 19 0,-10 0-19 16,-5 0 10-16,1 0-15 0,1 0 13 0,-1 0-23 15,2 0 17-15,-4 0 2 0,0 0-2 16,1 0 1-16,-2 0 0 0,1 0-16 0,0 0 18 16,4 0-17-16,-4 0 12 0,1 0 2 0,2 0 6 15,-1 0-6-15,4 0-10 0,1 0 21 0,-1 0-3 16,2 0 1-16,-6 0 9 0,-1 0-10 0,0-6-8 16,-17-3 6-16,21 7 1 0,1-1 15 15,2 1-13-15,-2 0 8 0,5 0-7 16,0 2 4-16,-2-4-9 0,2 3 5 0,1-1 20 0,-2 1-7 15,0 0-3-15,-1 0-4 0,2 0 1 16,0-2-5-16,-9-3 7 0,1 3-13 0,2 2 2 16,4-2 6-16,-2 1 15 0,0-1-10 15,2 2-12-15,0 0 16 0,2 0 7 0,0-1-11 16,-2 0-6-16,0 1-7 0,2-2 4 0,-2 1 1 16,1-1 13-16,1 1-12 0,-3 1 4 0,-6-6 6 15,5 6-2-15,-6-5-7 0,10 1 15 16,-3 0-8-16,-1 1 1 0,3 0 10 0,-1 1-13 15,-4-2 10-15,-2 1-17 0,5-1 7 0,2 1 10 16,-3 0-24-16,-1-2 3 0,0 2 2 16,3 0 17-16,0 2-5 0,1 1-10 0,4-3 4 15,-3 1-8-15,2 1 15 0,-2-2 2 0,2 3-12 16,0 0 13-16,-1 0-7 0,3-2-13 0,-4 2 7 16,-1-2 6-16,4 1 8 0,-2 1-4 15,1 1-14-15,-2-4 1 0,0 1 15 0,1 3-15 16,1-1 12-16,-3-1-15 0,1 1 15 0,1-2-8 15,-1 3-1-15,-1-1-1 0,1-2 14 16,1 2-3-16,0 1 10 0,-1 0-4 0,0-3-5 16,0 2-10-16,1-2 12 0,-1 2-3 0,1-1-4 15,0 2-10-15,2-3 1 0,-1 1 24 16,2 1-16-16,-3-1-12 0,-1 1-6 0,4 0 15 16,-2 1-1-16,3-3-15 0,-3-1-6 0,1 1-5 15,2-1 10-15,0 1-7 0,0 3-6 16,0 0 16-16,0-8-11 0,0-1 16 0,0 3 1 0,0-2-12 15,0 2 17-15,0 0-13 0,0 6 4 16,0-9 12-16,0 2 0 0,0 7-11 0,0-11 4 16,0 4-2-16,0 7 8 0,10-16-3 15,-8 9-6-15,0 4 4 0,-2-2 6 0,4-1-13 16,-2 2 6-16,6-10-2 0,0 3 0 0,1-1 9 16,2 1-6-16,2-3 1 0,1 3-1 15,-1 1 0-15,2-1 1 0,2 1 5 0,1 0-1 16,-3-1 3-16,3 0-2 0,0 1 3 0,1 3-1 15,0-2 8-15,2 1 2 0,2 3-14 16,-3-2 9-16,2 2-8 0,0 1-4 0,-2-3 2 16,4 3-1-16,-2 1 6 0,0 1-12 15,-2 1 12-15,5 1-2 0,-4 0 8 0,-10 0-7 16,4 0 14-16,4 0-4 0,0 0-6 16,4 0-2-16,-1 0 1 0,-2 0-3 0,3 0-7 15,-1 0 5-15,2 0 6 0,2 0-6 0,-2 0 3 16,3 0-2-16,0 0 15 0,0 0-16 0,0 0 4 15,-1 0 3-15,-1 0-3 0,2 0 8 16,-2 0-8-16,3 0 1 0,-1 0 6 0,0 0-10 16,0 0 6-16,-3 0-4 0,2 0 15 0,-1 0-12 15,1 0-3-15,-2 0-1 0,-1 0 10 16,-1 0-6-16,1 0 10 0,0 0-10 0,-3 0-1 16,3 0 0-16,22-13 5 0,-20 13-10 0,-8-2 6 15,6 2 3-15,-11 0 1 0,3 0-3 16,6 0-1-16,0 0 1 0,2 0 0 0,-1 0 5 15,1 0 1-15,1 0-7 0,23-13 3 16,-24 13 4-16,-2-1-8 0,-11 1 4 0,7 0 3 16,0 0-10-16,3 0 3 0,-2 0 0 0,3 0 8 15,-2 0 2-15,0 0-3 0,0 0 7 16,1 0-13-16,-2 0 15 0,2 0-11 0,-2 0 12 16,2 0-12-16,0 0 3 0,0 0-5 0,0 0 11 15,2 0-7-15,-2 0 3 0,1 0-2 16,2 0-3-16,-3 0 9 0,2 0-11 0,0 0 11 15,-1 0-11-15,-1 0-9 0,1 0 5 0,0 0 14 16,-2 0-5-16,1 0-6 0,2 0 4 16,-1 0-9-16,0 0 1 0,1 0 9 0,-3 0-4 15,2 0-10-15,23-10 8 0,-32 10 4 0,5 0-4 16,6 0 2-16,1 0-4 0,0 0 2 16,2 0 2-16,25-7-3 0,-26 4 8 0,1 1-4 15,-1 1 0-15,-1-2-15 0,1 2 13 0,-1 0-8 16,2-1-2-16,-4 2 0 0,-10 0 9 0,4 0 0 15,2 0-6-15,2 0 2 0,1 0 16 16,0 0-17-16,28 12 10 0,-25-11-1 0,-1 2-9 16,2 0-1-16,-1 1 17 0,-2-1-9 15,2 1-6-15,-2-1 5 0,1-2 1 0,-4 2 7 16,0-1 3-16,4 1-23 0,-4 0 7 0,2-1 3 16,-1 2-10-16,-2-3 13 0,2 1-7 0,-4 4 16 15,3-3-18-15,0 1 3 0,-2-2 4 0,-6 0-2 16,1 0-5-16,2 5-3 0,-1-6 7 15,-4 3 6-15,0-1 4 0,-2 1-8 0,1-4-6 16,-4 3 5-16,10 3 0 0,-4-4 4 0,-5 2 5 16,-1-1-8-16,1 0-3 0,0 1 15 15,-1-3-20-15,1 1 7 0,-2 1 11 0,0 0-18 16,0-1 1-16,0 0 15 0,-1 3-9 0,2-2 0 16,-4 1-2-16,0-1 15 0,0 4-7 0,0-7-7 15,0 0 8-15,-12 25-12 0,3-14-4 16,-3 3 17-16,0-2-15 0,-2 1-5 0,-1 2 5 15,-3-5-6-15,0-2 8 0,0 2-6 0,-2-3-1 16,0 1 1-16,-5 1-4 0,3-2 4 0,2-3 5 16,-7-1 11-16,3-1-18 0,-1 0 4 0,-4 0-5 15,1 1 17-15,-5-2-6 0,2 0 8 16,15-1 0-16,-8 0 5 0,-3 0-8 0,-5 0-7 16,0 0 15-16,-34 11 4 0,31-7-10 15,3-1-6-15,-1 1-1 0,0-3 10 0,-1 3-6 16,-2 2 3-16,2-4-6 0,0 2 11 15,1-2 7-15,14-2 5 0,-8 0-4 0,0 0-7 16,-3 0 1-16,1 0 14 0,2 0-16 0,2 0 6 0,-1 0-5 16,2 0-8-16,1 0 3 0,2 0-2 15,2 0 11-15,1 0-1 0,-1 0 4 0,0 0-12 16,2 0-4-16,-1 0 12 0,3 0-12 0,-2 0 7 16,3 0-1-16,0 0 1 0,1 0 8 15,3 0-22-15,-3 0 1 0,-1 0 17 0,-5 0-6 16,1 0 0-16,2 0-13 0,-3 0 1 0,-3 0 7 15,0 0 6-15,-4 0 5 0,2 0-4 16,0 0-13-16,-29 2 13 0,27-1-3 0,0 0 5 16,1 2-13-16,-2-2 1 0,4 0 12 0,-3 3 4 15,3-3-12-15,1 2-8 0,0-2 4 16,2-1 5-16,-3 2-7 0,4-1 3 0,-3 0 12 16,-1 1-3-16,4 1-5 0,-4-1 11 0,-3 3-4 15,2 0 3-15,-3-3-7 0,5 0-14 0,-4 4 2 16,0-2 1-16,-2 3 4 0,2-1 2 0,0 0-4 15,2 0-1-15,-4-2 10 0,-1 3-1 16,3-3-5-16,-2 0-6 0,0 1 9 0,5-4 0 16,1 1 2-16,-1 1 1 0,-1-3 5 15,4 1 1-15,2 0-18 0,1-1 14 0,8 0-10 16,-4 0 11-16,-2 0-13 0,-2 0-1 0,-18-10 9 16,19 10-6-16,-1-2 1 0,2 1 0 0,0 0-16 15,-4-1 8-15,0 1-14 0,10 1-17 16,-4 0-11-16,3 0-9 0,-2 0-8 0,-2 0-29 15,1 0-4-15,-2 0 8 0,5 0-67 0,1 0-30 16,-10 11 15-16,12-8-21 0,-8 0-4 16,-2 1 12-16,7-4-16 0,1 2 5 0,3-1-42 0,-1 0 22 15,3-1-49-15,-1 2-89 0,-1-1-49 16,2 1-14-16,-1-1 44 0,0-1 21 16,0 1 58-16,0 1 4 0,-2-1-38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3-16T11:27:30.771"/>
    </inkml:context>
    <inkml:brush xml:id="br0">
      <inkml:brushProperty name="width" value="0.08819" units="cm"/>
      <inkml:brushProperty name="height" value="0.35278" units="cm"/>
      <inkml:brushProperty name="color" value="#92D050"/>
      <inkml:brushProperty name="tip" value="rectangle"/>
      <inkml:brushProperty name="rasterOp" value="maskPen"/>
    </inkml:brush>
  </inkml:definitions>
  <inkml:trace contextRef="#ctx0" brushRef="#br0">21199 4295 812 0,'21'0'379'0,"2"-4"-65"16,-12 4-37-16,8 0-18 0,26-9-47 0,-19 6-8 0,2-3-33 0,-3-1-23 15,1-2-13-15,-1 4-21 0,-1-5-23 16,-3 4 4-16,1-1-4 0,-1-1-7 0,-1 3-17 16,-2-4-2-16,-4 4-7 0,-2 3-11 0,-4 1-7 15,-2-2 35-15,-4 0-8 0,-1 1 9 16,-1 2-6-16,0 0-2 0,-10 2-7 0,-12 5-7 16,-3 2-17-16,-3-2-4 0,-4 4-4 0,-3 4 29 15,-6 3 6-15,-6 3-1 0,-4 1-9 0,-4 3-7 16,-3 3-6-16,-2-2-6 0,3 3 21 15,2-4 12-15,6 0 11 0,5-5-6 0,4-2-23 16,9-3-4-16,6-4-16 0,8-2-9 0,8-7-10 16,9-2-2-16,10-9 3 0,12-5-10 0,2-2 9 15,8-4-16-15,7-3 15 0,4-3-16 16,6-2 16-16,4-2-5 0,5-3 5 0,2-1-10 16,4-5-6-16,0-1-1 0,1-2-3 0,2 2-2 15,-6 0-11-15,-2-1 3 0,-6 4 10 0,-4 0 11 16,-6 3-11-16,-4 5 12 0,-6 1 5 15,-11 3-9-15,-8 4 6 0,-7 0 1 0,-7 14 8 16,-16-8-20-16,-12 11 16 0,12 4 6 0,-41 14 11 16,7 1-12-16,-9 5-3 0,-2 4-3 15,-6 5-2-15,-3 3 11 0,-3 0 18 0,0 4-4 16,6-1 16-16,4-6-5 0,7 1-7 0,8-8-5 16,9-2-8-16,9-1-1 0,10-5-11 15,7-4 1-15,13-10 6 0,0 0-12 0,24-2 1 16,-1-10-5-16,3-1-2 0,6-8-8 15,1-1 15-15,8-2 2 0,1-2-19 0,4-3 2 16,3 3 3-16,-3-1 6 0,-1 0-17 0,2 1 2 16,-5 2 12-16,-4 1-9 0,-6 4 18 0,-4 2-10 15,-7 5 6-15,-6-1-11 0,-10 5 11 0,-5 8-1 16,0 0-1-16,-26 1-11 0,-1 10 13 16,-5 0 3-16,-9 5-1 0,-5 6-10 0,-7 2 9 15,-9 4 4-15,-7 5 10 0,-3 0-1 0,0 2 13 16,4-2 17-16,10-4 1 0,4-4-7 15,8-4 1-15,12-1-21 0,7-4 0 0,10-2-6 16,11-8 1-16,6-6-14 0,10 1 3 16,14-11-5-16,6-1 1 0,6-5 1 0,6-2 6 15,9-2-3-15,5-2-4 0,4-2-1 0,5-2 2 16,5-2-9-16,-3 0 7 0,9 1 12 0,-5 2-5 16,-2 1-10-16,-2 1 1 0,-7 2 1 15,-5 4 3-15,-7 1 2 0,-8 7-6 0,-11 1-1 16,-3 7-5-16,-17 1 7 0,4 16-3 15,-22 1-3-15,-8 3 7 0,-14 5 5 0,-7 8-3 16,-9 4 3-16,-8 4 5 0,-10 9-5 16,-12 4-2-16,-4 6 20 0,-4-1 8 0,2 2 21 15,5-3 21-15,10-8 5 0,5-5-6 0,12-7-17 16,10-6-26-16,12-2-1 0,8-10-25 16,16-4 5-16,5-16-10 0,26 5 14 0,-13-5-19 15,38-21-2-15,-10 1 0 0,10-4 10 0,9-6-2 16,6-3-12-16,9-1 10 0,4-5-25 0,3 0-15 15,1-2-5-15,-3-2-7 0,0 6-2 0,-4-2 2 16,-4 6 10-16,-4-1 2 0,-7 7-7 16,-10 4 17-16,-10 4 14 0,-6 2 9 0,-10 10-12 15,-7 5 5-15,-18 2 3 0,0 8 6 0,-16 11 0 16,-9 2 7-16,-12 8-7 0,-10 6 7 16,-13 5 4-16,-9 5-5 0,-9 6 7 0,-8 6 16 15,-11 5 27-15,-2-2 16 0,1-1 21 0,11-4 8 16,4-10 6-16,14-2-10 0,9-4-33 15,16-9-26-15,15-12 4 0,7-3-25 0,21-11 4 16,14-10-13-16,12-4-11 0,7-8 5 0,7-6-3 16,13-7 5-16,9-6 0 0,10-2-13 15,5-5-5-15,6-6 6 0,1-2-14 0,3-4-17 16,1 1 1-16,2 1-6 0,2-1 14 0,-6 3-9 16,-2 2-2-16,-7 5 18 0,-8 5-15 0,-8 7 16 15,-9 2 25-15,-7 8 12 0,-15 7-1 16,-11 8 3-16,-18 8 6 0,-13 8 2 15,-8 7-1-15,-14 4 3 0,-6 10 9 0,-9 5-6 16,-12 7-6-16,-13 9-2 0,-10 4 5 0,-9 7 17 16,0-1 3-16,-65 43 14 0,38-28 6 0,28-14 34 15,19-16 2-15,10-5-25 0,11-6-19 0,11-7-20 16,16-7-18-16,15-8-11 0,11-9-10 16,16-12-1-16,9-4-6 0,9-7-11 0,15-8 6 15,8-8 12-15,9-3-19 0,7-7-14 16,2-9-6-16,10-5-20 0,0-5-32 0,7-2 0 15,0-1-16-15,0 0 13 0,-4 1-2 0,-3 4 36 16,-7 6-21-16,-7 4 31 0,-7 6 6 0,-10 7 48 16,-12 8 36-16,-9 6-4 0,-10 7 4 15,-11 9-12-15,-12 7 3 0,-19 11 11 0,-12 8-12 16,-14 8-11-16,-10 8 8 0,-10 9 2 16,-12 5-1-16,-15 8 12 0,-10 5-7 0,-68 45 12 15,38-25 22-15,17-11 15 0,22-14 15 0,6-4 4 16,11-5-14-16,15-7-33 0,16-8-21 15,11-9-22-15,14-9-16 0,12-8-16 0,10-8 15 16,15-9-11-16,5-5 13 0,12-5-4 0,13-9-6 16,11-2 0-16,6-6 12 0,5-1 8 15,5-2-9-15,3 0 0 0,6-3 10 0,2 3-14 16,1 0 6-16,0 1-3 0,-4 2 1 0,-5 2 2 16,-5 4 4-16,-9 6 0 0,-8 1 4 15,-8 6 17-15,-6 9 8 0,-9 4 13 0,-9 5-1 16,-23 3 16-16,4 21 2 0,-18 1-16 0,-10 2 12 15,-10 8-4-15,-8 8-3 0,-8 7 11 0,-10 6-15 16,-9 9-5-16,-13 1 7 0,2 1 4 16,1-1 34-16,4-3-9 0,9-8 13 0,13-3-14 15,8-7-8-15,16-4-33 0,14-9-30 0,15-19-20 16,18 12-12-16,14-18-1 0,-14-4 5 16,46-17 13-16,-9-3-8 0,11-8 7 0,8-7 1 15,12-3 5-15,5-10-6 0,5-2 8 0,7-4-7 16,71-34-10-16,-33 13 0 0,-25 18 15 15,-19 9-11-15,-4 3 7 0,-6 4-11 0,-11 5 8 16,-10 5 3-16,-8 3 26 0,-13 9 2 0,-14 8 12 16,-9 6-16-16,-22 5 10 0,0 8-3 15,-19 9-2-15,-9 0-4 0,-17 11 0 0,-7 2 4 16,-10 11 1-16,-10 7-2 0,-19 8-11 16,-8 5 17-16,-72 43-14 0,37-21 14 0,25-18 16 15,20-13 33-15,8-4-10 0,11-7-5 0,14-6-18 16,13-7 6-16,16-8-52 0,16-10-19 15,11-10-28-15,30-5 2 0,4-11 3 0,15-6-1 16,8-7 16-16,10-7-8 0,9-5 18 16,7-6-1-16,13-1-3 0,5-5-1 0,3 1 5 15,68-39 6-15,-39 24-3 0,-22 12 10 0,-17 12-1 16,-1-2-1-16,-7 4 4 0,-3 6 6 16,-11 6 15-16,-6 2-6 0,-12 6 18 0,-10 6 26 15,-10 5 5-15,-10 10-11 0,-24 0 0 0,4 12-7 16,-21 4-2-16,-11 8 2 0,-9 4-11 0,-15 8 12 15,-10 3-18-15,-11 6 12 0,-13 10-5 16,-12 5 22-16,-64 41-19 0,28-18 2 0,22-17 25 16,18-11-6-16,7-5 33 0,13-5-7 0,10-7-37 15,17-7-2-15,17-6-2 0,20-6-57 0,10-19-17 16,22 6-3-16,10-17 8 0,21-9-9 16,11-10 9-16,13-4 7 0,5-10-12 0,12-2 14 15,7-4-1-15,6-5 9 0,71-32-7 16,-41 21 11-16,-19 13 9 0,-16 6-20 0,-3 6 9 15,-7 1 10-15,-4 4 6 0,-9 3-9 0,-8 3-9 16,-9 4 28-16,-7 7 13 0,-13 5 11 0,-10 5 3 16,-10 9-7-16,-22 0 13 0,3 18-6 15,-19-2 0-15,-17 9 3 0,-12 7-6 0,-10 4 2 16,-14 6-7-16,-14 10-2 0,-10 5-3 16,-9 3-1-16,-66 38 35 0,38-25-1 0,22-16 41 15,29-13-2-15,9-6-16 0,15-2-22 0,13-9-17 16,19-7-29-16,14-5-1 0,9-15-31 15,34 4 11-15,7-16-7 0,8-4 12 0,15-10 4 16,9-7-19-16,11-8 7 0,9 0-3 0,12-9-22 16,4-1 1-16,75-34-4 0,-37 21 14 15,-27 13-31-15,-15 8 14 0,-3 2 13 0,-4 4-8 16,-4 5 9-16,-9 1 5 0,-4 6 1 0,-12 5-11 16,-11 3 37-16,-9 7 8 0,-14 6 20 0,-21 4-8 15,18 13 6-15,-28 2-12 0,-4-2 14 16,-28 22-8-16,-7-8 3 0,-15 8 3 0,-11 7-3 15,-10 8-6-15,-13 7 0 0,-9 0 1 16,-3 0 0-16,3-1 48 0,3-3 10 0,10-7-8 16,11-4-1-16,14-5-38 0,15-6-19 0,18-4-2 15,15-8-68-15,7-19 1 0,39 9-2 0,-18-9-16 16,58-19 10-16,-15-3 7 0,15-4-9 16,7-6 9-16,7 1-15 0,8-5-5 15,4-1 7-15,0 0 1 0,2 0 9 0,-1 3 8 16,-1 0 13-16,-12 2-4 0,-7 6 12 0,-3 2 6 15,-14 6 9-15,-6 2 25 0,-11 0 38 0,-8 10 14 16,-28 6 14-16,3 0-16 0,5 15-10 16,-31-1-17-16,-11 6 26 0,-13 3-4 0,-11 3-15 15,-12 7 8-15,-10 6-5 0,-7 5-2 0,-14 1-6 16,-7 4 35-16,-2-1 0 0,5 1 10 16,4-3 6-16,9-4-13 0,8-5-13 0,13-4-31 15,15-4-1-15,16-6-56 0,11-7-18 0,13-16-12 16,36 3-1-16,-17-3 13 0,49-19-13 0,-8-2 1 15,9-1 7-15,9-7-1 0,5-5 0 16,10-2-11-16,5-2-2 0,0 2 14 0,-5 0-4 16,3 1 8-16,-4 1 8 0,-7 4 8 15,-4 4 0-15,-9 2 14 0,-5 3 16 0,-10 4 19 0,-5 0 11 16,-8 6 30-16,-10 7 5 0,-21 4-5 16,-1 0-10-16,4 12 14 0,-26 4-28 0,-8 0 20 15,-10 7-1-15,-10 6-9 0,-16 3-5 0,-9 2 21 16,-8 8-4-16,-8-2-16 0,-7 2-4 15,0 1 30-15,1-2 19 0,7-2-7 0,11-4-11 16,11-5-24-16,12-4-29 0,14-5-1 16,9-4-61-16,20-11 1 0,1-6 14 0,35-1-8 15,-1-9 2-15,12 0 1 0,12-9 4 0,8-3 2 16,3-2 6-16,6-5-1 0,5-2-11 0,4-2 5 16,2 1-11-16,3 3 15 0,-7-1 5 0,-3 4-2 15,-2-1-7-15,-7 6 6 0,-10 3 9 16,-6 2 19-16,-7 4 27 0,-11 4 10 0,-6 6-4 15,-21 2 6-15,7 14 19 0,-22-1-19 0,-13 5 2 16,-8 2-4-16,-8 3 19 0,-11 0-2 0,-1 5-11 16,-12 1-7-16,-5 3-9 0,-7 2 8 15,-2-1 20-15,3 0 14 0,4 0-7 0,9-9 0 16,8 2-30-16,8-5-3 0,11-5-69 0,8-1-17 16,14-9-6-16,8-6-7 0,22 9 4 15,0-15 3-15,8 0 5 0,-3-3 10 0,9-2 10 16,5-3-1-16,1-2-5 0,8-2 9 0,1 0-1 15,0-1 4-15,2 4-6 0,-2 1 13 0,-3 0 2 16,-4 1 1-16,-7 0 11 0,-3 4 3 16,-4 1 37-16,-5 3 23 0,-12 5-2 15,-13 0-10-15,3 11 0 0,-16 2 15 0,-11 1-19 16,-6 2 2-16,-7 4-3 0,-6 0 4 0,-6 7-3 16,-6 1 20-16,2-1 19 0,-1 1-4 0,1-3 1 15,6-2 0-15,9-4-20 0,6-2-19 16,9-3-11-16,6-2-23 0,11-5 1 0,6-7 1 15,10-2 2-15,12-5 0 0,1-4-20 0,9-7-15 16,7-1-5-16,6-3-3 0,2-1-11 16,3 0-7-16,0-2 10 0,4-4-13 0,-6 4 18 15,-2-1 11-15,-5 3-6 0,-6 2 6 16,-2 2 39-16,-6 2 17 0,-5 3 21 0,-6-3-16 16,-8 4-15-16,-8 13-2 0,-12-15 0 0,-6 10 9 15,-14 4-1-15,13 1-19 0,-10 0 27 0,-9 0-3 16,-49 16 41-16,34-9 16 0,2 0-8 15,4 0 2-15,6-2-12 0,5-1-12 0,4 0-43 16,3-1-9-16,19-3 2 0,1 0-35 0,2 0-7 16,-2-19-6-16,17 3 5 0,6-5-6 15,4 1-17-15,2-2-12 0,9-4-18 0,1-1-1 16,3 0-1-16,2 0 14 0,1 2 7 0,-1 3 10 16,-5 0 5-16,-3 5 19 0,-4 2 18 0,-3-2 35 15,-3 4 1-15,-12 3-11 0,-3 4 2 16,-2 6 4-16,0 0-12 0,-15-4-23 0,-4 4-39 15,9 0-46-15,-4 0 11 0,-22 14-147 0,17-10-75 16,3 3 31-16,-4-2-323 0,2-2 71 16,4-1 30-16,1-1 49 0,0-1 32 0,3 0 36 15,-5 0 14-15,-1 0 16 0,-4 0 30 0,2 0 24 16,1 0 5-16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3-16T11:27:35.087"/>
    </inkml:context>
    <inkml:brush xml:id="br0">
      <inkml:brushProperty name="width" value="0.08819" units="cm"/>
      <inkml:brushProperty name="height" value="0.35278" units="cm"/>
      <inkml:brushProperty name="color" value="#92D050"/>
      <inkml:brushProperty name="tip" value="rectangle"/>
      <inkml:brushProperty name="rasterOp" value="maskPen"/>
    </inkml:brush>
  </inkml:definitions>
  <inkml:trace contextRef="#ctx0" brushRef="#br0">16879 6524 310 0,'0'0'158'0,"0"0"-6"0,0 0-12 0,0-14 23 0,0 14-18 0,0 0-9 0,0 0-9 0,0 0 8 0,0 0 3 0,14-13 1 16,-1 0-12-16,-10 13 0 0,-3-1-14 0,1-1-2 15,-1 1 4-15,1 1 3 0,-1-1-8 16,2 0 19-16,-2 1-19 0,0 0-11 0,0-1 8 16,-2-1-7-16,1 4 3 0,0-1-8 15,1-1-16-15,-3 0 14 0,-1 0-11 0,2-1-7 16,-3 1-9-16,1 1 37 0,-1-1-19 0,-2 0 13 16,1 0-6-16,-2 0-6 0,8 0 16 0,-9 0-20 15,-3 0 11-15,-6 0-13 0,1 0-5 0,-20-10 5 16,16 9-15-16,5-2-11 0,7 3-7 15,-4 0 7-15,-3 0-10 0,-2 0 5 0,1 0-24 16,-19 11 13-16,20-11-25 0,-4 3 17 16,1-1 0-16,2 2-18 0,-2-2 6 0,4 0 1 15,2-1-6-15,-4 3 11 0,4-3-2 0,2 2-4 16,0-1 11-16,-5 2 4 0,6-4-1 0,10 0-3 16,-9 0 0-16,0 0-5 0,2 0 14 15,-2 0-8-15,2 0 7 0,-2 0-18 0,3 0 6 16,-7 0-4-16,-2 0-3 0,-3 0 12 15,-16 8-16-15,14-5-2 0,8 0 7 0,-8 0-4 16,4-2-2-16,-1 3 16 0,3-4-11 0,3 2-3 16,-1-2 2-16,3 1 11 0,-9 0-9 15,4 0 1-15,1-1 4 0,3 2 5 0,10-2-13 16,-10 0 2-16,-4 0-7 0,0 0-1 0,0 0-5 16,1 0 3-16,0 0 7 0,-2 0 4 15,-3 0-14-15,0 0 11 0,-1 0 3 0,3 0 0 16,1 0-1-16,2 0-14 0,2 0 3 0,-1 0 11 15,3 0-11-15,-5 0 7 0,2 0-14 0,-2 0 2 16,-1 0 2-16,0 6 11 0,-18 1-10 16,16-6 6-16,3 3-4 0,-2-2 5 0,8-2 0 15,-4 0-1-15,-2 0-13 0,0 0-2 0,-1 0 14 16,-2 0-15-16,2 0 2 0,0 0 13 16,2 0 3-16,0 0-3 0,3 0-7 0,0 0 9 15,-6 0-1-15,1 0-12 0,-2 0 5 16,3 7 3-16,-1-7-5 0,-14 11-7 0,17-10 9 15,2 1-13-15,0-1 12 0,1 0 8 0,1 1-9 16,-2-2 4-16,3 1-8 0,-2-1 18 0,-10 1-16 16,9 0-9-16,-8 2 18 0,12-3 0 15,-5 0-5-15,-4 0-10 0,0 0 9 0,1 0-8 16,-2 0 19-16,-3 0-26 0,4 0 11 0,0 0-6 16,2 0 8-16,2 0-10 0,-1 0 22 0,3 0-19 15,-5 0 12-15,-2 0-14 0,2 0 16 0,3 0-7 16,-1 0-10-16,-2 0 4 0,-1 0 2 15,1 0 4-15,2 0 2 0,3 0-11 0,-2 0 3 16,1 0 3-16,2 0 12 0,-6 0 0 16,-2-6-9-16,-16-6-7 0,19 10 5 0,-4-1 9 15,3 2-7-15,-3-4-1 0,4 4 8 0,13 1-4 16,-11 0 3-16,-1 0-3 0,2 0-1 0,1 0-4 16,-7 0-9-16,0 0 8 0,0 0 5 0,-1 0-2 15,-15 11-5-15,17-8 8 0,4-3-2 16,4 1-10-16,-2-1 6 0,1 0-4 0,8 0 15 15,-8 0-2-15,2 0 3 0,-3 0-8 0,4 0 8 16,-4 0-5-16,3 0-10 0,-2 0 2 0,-14-12 3 16,7 9-3-16,5 2 7 0,-2-1-7 15,2 1 11-15,2-1-16 0,1 2 12 0,-1-1-8 16,2 0 9-16,-2 0-2 0,1 1 1 0,1-1-5 16,-1 1-2-16,-1 0 10 0,0 0-5 15,3-2-5-15,-4 1-5 0,4 1 2 0,-1 0 13 16,0 0-3-16,0-1 1 0,0 1-6 15,1-1-6-15,-1 1 11 0,-1 0-9 0,7 0-1 16,0 0 7-16,-8 0-7 0,-1 0 11 0,9 0-8 16,-10 0 7-16,-2 0-13 0,-12 11 8 0,13-10-1 15,3 2-3-15,-1 0 4 0,0-1-5 16,1-1 13-16,2 1 6 0,0-2-5 0,-1 3-11 16,1-2 7-16,-2 1 2 0,-6 1 4 0,3-2-13 15,11-1 9-15,-9 0-10 0,1 0 6 16,1 0 1-16,0 0-3 0,7 0-4 0,-8 0-6 15,8 0 17-15,-8 0-1 0,2 0-12 16,6 0-1-16,-10 0-1 0,10 0 17 0,-9 0-13 16,3 0 3-16,6 0 9 0,-11 0-7 0,5 0-8 15,6 0 15-15,-9 0-2 0,1 7-3 0,-6 0-8 16,8-6 0-16,1-1 1 0,0 2 1 16,-2-1 7-16,1 3-8 0,1-3-3 0,1-1 6 15,-1 1 7-15,1 0 4 0,0 2-6 0,-1 0 0 16,1-2-6-16,-1 2 8 0,3 0 1 0,-1-2-16 15,0 0 9-15,1 2-11 0,-2 1 20 16,1-2-4-16,1 3 1 0,-3-2-6 0,4 2 3 16,-2 0-2-16,2 0-4 0,-1-3 11 0,0 5-19 15,1-3 6-15,-1 0 4 0,1 0-6 16,1 0 21-16,-3 1-11 0,3 1-1 0,-2-1 2 16,2-1-5-16,0 2 5 0,-1-2-9 0,1 2-1 15,0 0 0-15,0-6-2 0,0 0 11 16,0 8-9-16,0-2 1 0,0-6 13 0,0 9-7 15,0-2 4-15,0 0-13 0,0-1 7 0,0-6 8 16,10 17 4-16,-10-12-13 0,2-1-6 0,1 1 10 16,-2 0 1-16,2 0-10 0,2-1 15 15,4 7-10-15,-1-3 1 0,-2-3 6 0,1 1-13 16,6 2 16-16,-1 0-15 0,2 0 1 0,-5-4 8 16,7 2-8-16,0 0 23 0,0 1-14 15,-3 1-4-15,5-3 0 0,-2 1 4 0,0 1-10 16,-1-5 16-16,2 3-2 0,-2-1-10 0,-2-1 2 15,-1-1 7-15,4-1-6 0,1 3-1 0,3-4 8 16,-11 0-8-16,7 0 4 0,-1 0-2 16,21-10 11-16,-14 7-14 0,-2 1 2 0,-1-1 8 15,3 1-7-15,-3-1-3 0,0 1 16 0,3-1-8 16,1 0-2-16,-5 0 1 0,5 1-5 0,-4 0 1 16,2 1-11-16,2-1 24 0,-3 0-3 15,1 0-9-15,-1 0 1 0,5 1-8 0,-2 0-5 16,-3 0 10-16,1 0-3 0,1-2 6 15,-1 2-10-15,2-2 3 0,-3 1 17 0,1 2-6 16,-1-2 1-16,4 2-13 0,-1 0 7 0,-1-1-9 16,2 1 23-16,1-1-12 0,-4-1 0 15,-1 0 10-15,1 1-14 0,3 0 17 0,-3 0-5 0,-2-1 5 16,4 0 0-16,0 1-1 0,0-2-5 16,-1-4-8-16,1 4 5 0,-2-2 0 0,0 0-1 15,1 0-5-15,-3 5 12 0,2-5 5 0,0 3-16 16,-3 1 0-16,1-5 6 0,-1 4-2 0,0-2-3 15,1 3 11-15,-6-1-21 0,-13 2 16 16,13 0-3-16,-3 0-10 0,0 0 17 0,3 0-9 16,1 0 5-16,4 0-3 0,-4 0 12 0,1 0-8 15,-3 0-26-15,0 0 11 0,-1 0 10 16,-2 0-3-16,0 0-6 0,6 0 1 0,2 0-11 16,1 0 11-16,-4 0 6 0,-3 0 1 15,1 0-13-15,0 0 11 0,-2 0 15 0,4 0-12 16,4 0-12-16,-2 0 12 0,2 0 0 0,-5 0-10 15,1 0-3-15,-3 0 13 0,6 0-5 0,-2 0-5 16,-1 0 16-16,-2 0-22 0,1 0 7 16,2 0-1-16,3 0 6 0,-3 0 2 0,4 0 0 15,1 0 10-15,-1 0-17 0,-5 0-1 0,3 0-2 16,2 0-4-16,-3 0 3 0,21-10 7 0,-23 9 1 16,-2 1-1-16,6-1 6 0,-1-4-10 15,-4 4 6-15,-2 1-7 0,0 0 4 0,-1 0 10 16,-1 0-9-16,-2-2 8 0,2 1-14 0,-2 0 1 15,1 0 4-15,10-1 2 0,-6 0 8 0,-2 2-19 16,0-1 20-16,-2-2 1 0,-2 3-2 16,1-3-17-16,-1 2 17 0,-1-1-3 0,1 0-16 15,0-1 21-15,0 2-9 0,0-3-2 0,8-3-3 16,-3 2 6-16,-1 2 6 0,1-3-5 16,-3-1-5-16,-1 4-8 0,1-3 14 0,-3 3-14 15,1-1 13-15,-4 2-10 0,1 0-5 0,1-1 6 16,-1 0 9-16,0 0-12 0,-1 0 4 15,0-1-4-15,1 2 11 0,0-2-14 0,0 1 14 16,-2-1-14-16,2 1 2 0,-2-1-18 0,1 0-3 16,0 1 6-16,-1-2-21 0,-1 2-22 15,0-2-9-15,0 1-27 0,0 4 11 0,0 0-99 16,0 0-45-16,0-7-41 0,0 7-54 0,0-6 28 16,-13-3-225-16,9 9 16 0,-1-1 42 15,-4-1 34-15,2 1 28 0,1 1 20 0,-4 0 56 16,-3 0 3-16,3 0 17 0,-2 0 6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3-16T11:29:01.171"/>
    </inkml:context>
    <inkml:brush xml:id="br0">
      <inkml:brushProperty name="width" value="0.08819" units="cm"/>
      <inkml:brushProperty name="height" value="0.35278" units="cm"/>
      <inkml:brushProperty name="color" value="#FFC000"/>
      <inkml:brushProperty name="tip" value="rectangle"/>
      <inkml:brushProperty name="rasterOp" value="maskPen"/>
    </inkml:brush>
  </inkml:definitions>
  <inkml:trace contextRef="#ctx0" brushRef="#br0">8289 6536 234 0,'0'0'224'0,"0"0"-25"0,0 0-21 0,0 0-11 0,0 0-15 0,0 0-12 0,0 0-9 0,0 0-2 0,0 0-6 0,0-12 0 0,0 12-10 0,0 0-10 0,0 0-4 0,-19-24-5 0,19 19 1 0,0 1-3 16,1 1-7-16,-1-2-2 0,0 0 2 0,0 4-14 16,0 1 6-16,0 0-3 0,0-9-10 0,0 9 7 15,0-7 5-15,0 7 3 0,0-5 2 16,0 5-20-16,-1-7 0 0,-3 11 7 0,4 2-17 16,-5 13-2-16,-5 2-1 0,3 5-8 15,-3 1-2-15,4-1-19 0,-1 2 14 0,2-4-5 16,1-1-1-16,2-5-10 0,1 0 3 0,-2-4-1 15,3-14 10-15,0 7-18 0,14 5 5 0,-9-12-2 16,0-2-9-16,9-5-3 0,-3-4 9 16,-1-7-12-16,5-3-6 0,-2 2 10 0,1-4-20 15,-2-2 9-15,-2-1 1 0,1-4-12 0,1 0 12 16,-2-2-17-16,-1-2 2 0,-3 1 10 16,2 0-3-16,1 7 20 0,-3-4-21 0,-2 4 18 15,3 7 5-15,-2 3 20 0,-3 8-21 16,-2 7 12-16,0 1 1 0,0 13 12 0,-5 8-17 15,-4 4-1-15,1 7 11 0,0 2-21 0,1 4 30 16,-3 3-6-16,-1 0-2 0,0 6 6 0,2-8-2 16,-1-4 12-16,3-1 25 0,-1-5-17 15,1-3-16-15,3 0-3 0,-2-6-3 0,2-5 15 16,4-15-4-16,0 0-5 0,9 2-3 16,-5-8-17-16,9-11-2 0,1-7-1 0,-3 1-4 15,2-6-4-15,4-2 0 0,-2-5 0 0,2 0-2 16,-6-7-13-16,3-3-2 0,2-5 7 0,-5 1 2 15,1-1 4-15,-2 2-14 0,5 6 8 0,-4 3-4 16,0 9 1-16,-5 3-8 0,2 6 17 16,-4 12 3-16,-3 10-8 0,-2 6 10 0,-3 13-6 15,-4 7 2-15,-2 2 16 0,0 9-7 16,-2 7-2-16,-7 7 0 0,-4 4 28 0,0 5-10 16,0-1 38-16,0 2 0 0,0-3-1 0,3-5 4 15,3-4-2-15,3-3 11 0,1-9-8 0,7-7-15 16,1-4 2-16,5-17-13 0,0 0 6 15,15-2-7-15,7-16-8 0,-4-7-21 0,6-6-3 16,-1-3-10-16,5-9-9 0,3-1-10 0,2-5 7 16,8-5-20-16,-3-1 7 0,5-3-15 0,0 2-3 15,-1 2 17-15,-1 2 8 0,1 4-8 16,-3 6 4-16,-3 2-13 0,-1 6 18 0,-7 3 13 16,-6 10-11-16,1 5-2 0,-16 7-3 0,11 14 10 15,-14 7 8-15,-4-9 6 0,0 10-8 0,-22 33 28 16,5-13 13-16,-4 3-9 0,-5 6 8 15,-5 2 11-15,-5 6 13 0,0 1 29 16,2-5 0-16,5-8 1 0,0-5 7 0,10-7-16 16,1-8-18-16,8-4-5 0,10-23-9 0,0 0-13 15,26-3-8-15,-5-13-2 0,6-9-23 0,7-3-7 16,4-9-10-16,3-6-7 0,4-6-6 0,0-2-4 16,2-1 8-16,1-3-14 0,-2 2 0 0,4-1 6 15,0 5 17-15,-3 4-23 0,-4 2 22 16,-5 6-22-16,-4 10 23 0,-6 4 16 0,-7 8-6 15,-8 12-4-15,-13 3 33 0,5 24 0 16,-12 0 8-16,-3-3 2 0,-7 12 6 0,-6 6 3 16,-3 2-5-16,-6 7 8 0,-3 1 12 0,-5 3 6 15,3 1 13-15,1-6 3 0,3-7 3 16,6-7-22-16,6-5-8 0,7-8-11 0,10-12-18 16,4-8 9-16,19-4-35 0,1-11-1 0,5-7-15 15,7-6-1-15,3-4 5 0,5-6 2 0,1-3-1 16,8-4-7-16,2 1 2 0,-1-2-1 0,2 3 8 15,2-2-7-15,-7 6-3 0,-2 6 2 16,-4 4 5-16,-9 4 0 0,0 7 19 0,-7 7-20 16,-18 11 12-16,2 0-6 0,7 21 7 0,-22 1-3 15,-4 6 16-15,-3 2-6 0,-8 9 2 16,-5 3 0-16,-6 1-1 0,-4 5 5 0,1 1 18 16,1-3 5-16,2-2 4 0,4-3 4 0,5-10-11 15,10-4-13-15,4-6-4 0,9-10-15 16,0-11-20-16,22 3-10 0,4-15-1 0,1-3-8 15,5-7 1-15,3-3 8 0,2-7-9 0,4-4 10 16,5-3-3-16,4-3-3 0,0-2 3 16,3 2 10-16,1-5 5 0,-5 5 1 0,-1 2 0 15,-1 3 12-15,-6 6-5 0,-6 5 5 0,-3 6-4 16,-7 6 25-16,-3 7 2 0,-22 7-12 16,5 0 3-16,0 27 14 0,-15-2-5 0,-7 5 11 15,-8 6 4-15,-7 6 8 0,-3 4-11 16,-6 7-5-16,-3-2 4 0,-5 5 4 0,1 2 27 15,3-4-1-15,1-8 8 0,14-5-10 0,4-7-7 16,11-8-10-16,8-7-23 0,7-19-15 0,13 10-4 16,13-16 3-16,-2-8-1 0,9-8 2 15,3-4 0-15,9-4-3 0,5-7 1 0,6-1 7 16,3-4-8-16,-1-2 0 0,4-1 8 0,-2 0-18 16,3-1 2-16,-5 4-5 0,-1 0 11 15,-4 8 5-15,-5 4 0 0,-10 5-5 0,-3 9-2 16,-9 5 4-16,-4 8-8 0,-16 3 11 15,7 14-1-15,-15 7 3 0,-6 4 6 0,-8 3-5 16,-6 8 10-16,-5 0-18 0,-5 10 8 0,-4 3 8 16,-6 5 10-16,1-2 20 0,0 0 21 0,5-5-23 15,4-3-6-15,8-6 9 0,5-6-15 16,9-7-6-16,7-8-10 0,3-17 2 0,19 5-6 16,6-15-8-16,4-4-4 0,3-7 0 0,6-4-6 15,6-4 15-15,2-8-12 0,4 1 6 0,1-4-3 16,6-2-1-16,6-1-12 0,1 2 11 15,-4 0-4-15,-2 0 0 0,-6 7-2 0,-1 2 16 16,-5 7-13-16,-6 2 7 0,-8 8-1 16,-5 7 2-16,-10 5 4 0,-17 3 6 0,12 15-15 15,-17 7 16-15,-4 1 1 0,-13 4-1 0,-2 5-3 16,-4 6 7-16,-7 3-14 0,-3 6 8 0,-4 6-10 16,1-3 23-16,-1 1-11 0,3-2 16 0,5-5 14 15,4-5-13-15,9-7-5 0,7-8-20 0,8-4 2 16,6-20-1-16,14 10 2 0,7-15-4 15,10-9-2-15,7-5 8 0,4-3-22 0,12-4 2 16,1-4 3-16,1-7-6 0,7-3 17 16,-1 1-9-16,3-4 19 0,3 1-11 0,-1-1-4 15,-3 1 1-15,-2 5-3 0,-3 3-9 0,-4 2 20 16,-6 4 0-16,-6 7-3 0,-7 5-6 16,-7 2 14-16,-2 5-12 0,-20 9 1 0,0 0 23 15,2 14-3-15,-12 8-4 0,-9 0-4 0,-7 3 1 16,-7 6-3-16,-2 3 1 0,-8 6 11 0,1-1 8 15,-1 3 15-15,4-3 3 0,1-3-15 16,4-5 12-16,9-3-6 0,4-6-17 0,6-2-11 16,8-20-11-16,12 16 3 0,7-19-16 0,4-7 12 15,5 2 7-15,5-8-11 0,6-1 20 0,6-7-5 16,3-1-6-16,6-5-10 0,2-1 18 0,2-4-12 16,3-2 10-16,3 3-17 0,-1 1-7 15,-1-1 16-15,-3 3-3 0,-3 3 2 0,-5 2-3 16,-2 6 11-16,-8 4-3 0,-6 7 8 15,-7 4-3-15,-18 5-12 0,15 12 15 0,-17 2-6 16,-12 5-6-16,-3 7 14 0,-9 0-7 0,-2 4 12 16,-6 2-18-16,-4 6 6 0,-5 0 2 0,-1 0-2 15,2 0 10-15,1-2-20 0,4-6 12 16,6-2-2-16,6-6-7 0,7 0-5 0,8-22-20 16,0 6 3-16,26 0 19 0,-2-13-12 0,4-4-4 15,8-7-5-15,10-6 10 0,1-3-4 16,7-3 8-16,2-5 0 0,0 1-6 0,6-3-7 15,-3 3 24-15,-2 0-19 0,0 4 13 16,-6 2 4-16,-6 4-4 0,-3 5-6 0,-10 5-7 16,-4 6 28-16,-3 2-2 0,-18 6-1 0,-7 0 4 15,11 18-5-15,-17-1 11 0,-6 6-9 0,-6 0 1 16,-5 2-2-16,-3 5-12 0,-6 2-1 0,0 0 29 16,0 2-3-16,-2-4 6 0,5-3 5 15,4-4-12-15,6-3-16 0,3-4 14 0,9-6-2 16,5-6-4-16,2-4-16 0,9-3-2 0,9-6 1 15,1-7-28-15,4 0 16 0,9-5 6 16,0 0-7-16,3-3-6 0,3 0-7 0,-6 0 1 16,2 1 9-16,-1 5 7 0,-1-1 2 0,-6 3-2 15,-5 4 12-15,-4 4-1 0,-6 4 1 0,-11 4-7 16,4 8 3-16,-12 6 0 0,-6 2 12 16,0 4 2-16,-7 0 3 0,-4 5 3 15,-5 0-20-15,-1 2 13 0,-4 1 15 0,3 0 10 16,2-4 5-16,0-2-12 0,7-3-11 0,4-4 9 15,6-3-27-15,0-4-40 0,8-7-17 0,5-1-45 16,0-5-41-16,5 1 15 0,3-10-185 16,1 1-90-16,0-1 37 0,3-4 31 0,-5 6 31 15,-3 3-250-15,-3 1 65 0,-1 8 13 0,0 0 47 16,0-7 31-16,-12-4 34 0,7 11 22 0,-2-1 13 16,0 1 64-16,-4 0-35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3-16T11:29:15.804"/>
    </inkml:context>
    <inkml:brush xml:id="br0">
      <inkml:brushProperty name="width" value="0.08819" units="cm"/>
      <inkml:brushProperty name="height" value="0.35278" units="cm"/>
      <inkml:brushProperty name="color" value="#FFC000"/>
      <inkml:brushProperty name="tip" value="rectangle"/>
      <inkml:brushProperty name="rasterOp" value="maskPen"/>
    </inkml:brush>
  </inkml:definitions>
  <inkml:trace contextRef="#ctx0" brushRef="#br0">26453 5899 340 0,'0'0'170'0,"0"0"-8"0,0 0-7 0,-25-9 9 0,11 16-27 15,0 2-18-15,-4 5-31 0,-1-2 15 0,0 2-12 16,0 3 4-16,-4 0-18 0,-3 3-15 0,-2 2-1 16,-4 2-5-16,-1 1 8 0,-4 0-6 15,2 2 21-15,-1-1-13 0,1-3 7 0,4 0 11 16,1-3-10-16,5-4 14 0,2-1-12 0,5-1 0 16,8-9-17-16,9-4 5 0,5-4-8 0,12-7-5 15,5-5-19-15,12-6 12 0,2-4-14 0,8-3 3 16,2-3-15-16,8-3-20 0,5 0-1 15,2-1 7-15,2 0-14 0,1-1 12 0,0 0-9 16,-1 5 2-16,1 1 5 0,-11 4 7 16,1 1-6-16,-8 4 21 0,-6 4 0 0,-5 8 23 15,-4 4 10-15,-8 2-10 0,-22 3 11 0,14 20 4 16,-20 0 6-16,-8 4-10 0,-9 3 13 0,-7 6-6 16,-8 4 0-16,-5 6 17 0,-6 2-1 15,-9 4-9-15,-4 1 5 0,-9 3-2 0,-3 3 7 16,0-4 13-16,1-1 1 0,4-3-9 0,10-6 3 15,9-4 0-15,13-10-7 0,10-4-18 16,16-2-26-16,11-22-30 0,28 7-5 0,-11-7-12 16,36-21-1-16,-1 3 16 0,10-9-21 15,10-2 2-15,3-4-30 0,8 0 1 0,5-3-13 16,3-2 13-16,2 2 1 0,0-2-11 0,-4 3 13 16,1 3-4-16,-5 3 7 0,-3 2 1 15,-9 5 7-15,-9 5-7 0,-9 4 37 0,-12 8-2 16,-26 5 14-16,23 10 14 0,-36 7-2 15,-11 5 4-15,-8 2 3 0,-13 6 2 0,-10 3 11 0,-11 9 2 16,-10 1 5-16,-8 7-12 0,-12 3 8 16,-5 2 2-16,-5 2 23 0,-3 3-12 0,5-4 29 15,2-5 9-15,11-5-6 0,10-3-13 0,15-11-4 16,16-7-23-16,14-9-24 0,16-11-25 16,3-5-28-16,34-8-22 0,9-6 18 0,8-6-20 15,9-6-8-15,14-5 23 0,7-6-4 0,3-3-13 16,11-4 6-16,5 1-24 0,3-4 2 15,-1 4-1-15,1 1 16 0,-1 1 1 0,-7 6 5 16,-7 2-3-16,-8 1 22 0,-7 8 3 0,-12 7 45 16,-9 5 18-16,-13 8 20 0,-9 4 10 0,-30 0-19 15,10 21 7-15,-24-3-19 0,-9 7 4 16,-15 4 10-16,-11 5-6 0,-10 5 16 16,-7 2-14-16,-12 6 2 0,-12 0-12 0,-4 4 12 15,-5 2 4-15,1 0 12 0,6-2 27 0,10-9-11 16,11-4-8-16,18-6-2 0,16-7-35 0,16-7-24 15,21-12-22-15,18-11-7 0,13-5-3 16,15-7 5-16,22-9-10 0,8-5 3 0,14-7 4 16,10-5-12-16,9-3-13 0,78-33-32 15,-37 18 17-15,-21 8-8 0,-17 9 15 0,-3 2-18 16,1 1 3-16,-10 4 7 0,-3 5 32 0,-13 3 14 16,-8 5 26-16,-7 8-1 0,-12 4 28 15,-12 5 31-15,-10 7-11 0,-25 0-1 0,14 16-8 16,-27 1-5-16,-12 5-1 0,-13 3-5 15,-12 7-5-15,-12 5 13 0,-11 4-8 0,-15 7-2 16,-7 2 10-16,-12 4 0 0,-7 2-1 0,-70 35 8 16,46-22 24-16,31-15-10 0,22-13-1 0,10-5-36 15,16-5 7-15,15-3-14 0,18-8-28 16,15-10-29-16,25-7-2 0,-7-3-6 0,53-18-8 16,-6 1 4-16,13-7-7 0,11-6 0 0,9-6-23 15,8-7-9-15,6 0-21 0,81-36 15 16,-34 16 9-16,-29 13-28 0,-20 10 9 0,-2-2 18 15,-3 3 8-15,-8 5 6 0,-9 1 23 16,-8 7 31-16,-14 3 25 0,-6 6 22 0,-10 9 24 16,-10 4 19-16,-9 2-8 0,-30 2-11 0,11 11 4 15,-22 7-16-15,-12 0 5 0,-12 5 2 0,-13 3-6 16,-15 7-7-16,-9 3-10 0,-9 5 17 16,-10 5-11-16,-8-3 36 0,1 3 14 0,2-1 27 15,6-2-2-15,6-4-31 0,16-5-31 0,11-5-40 16,16-4-14-16,13-6-1 0,11-3-7 15,17-9-15-15,15-8-1 0,14-5 5 0,12-6-1 16,15-5-18-16,12-7 0 0,16-8-4 0,8-6-23 16,9-8-9-16,5-3-22 0,75-35-10 15,-38 17 11-15,-22 13 10 0,-15 7 8 0,0 3 8 16,-5 1 6-16,-3 2 8 0,-8 4 6 16,-7 3 5-16,-8 7 26 0,-11 3 5 0,-7 7 17 15,-9 4 28-15,-12 7 29 0,-21 6 7 0,2 0-9 16,5 19 7-16,-32-2-13 0,-11 3-1 0,-8 4-7 15,-16 4-5-15,-10 4 4 0,-10 4 2 16,-10 2 6-16,-11 6 3 0,-9 1-5 0,-6 1 21 16,0 2 20-16,2-2-2 0,7-3 21 0,13-1-16 15,7-5-22-15,13-4-29 0,14-3-15 0,13-5-24 16,16-6 1-16,16-8 15 0,17-8-14 16,17-2-5-16,-10-1-9 0,60-24-11 0,-11 5-15 15,10-4-12-15,9-5-12 0,5-6-3 0,5-1-15 16,1-6-13-16,7 7 7 0,1-4 11 15,-3 6 5-15,-3-1-1 0,-3 1 24 0,-8 4 0 16,-8 4 19-16,-10 7 8 0,-7 0 22 0,-11 6 22 16,-9 5 16-16,-9 3 23 0,-24 3-7 15,1 0-14-15,5 18 12 0,-33-1-18 0,-12 2 0 16,-13 2-4-16,-12 5 9 0,-7-2-2 16,-11 10-4-16,-7 0 21 0,-7 0 33 0,1 2-10 15,2-3 49-15,6-2-4 0,5-1-25 0,10-5-30 16,12 2-7-16,10-11-59 0,11 1 0 0,13-1-8 15,10-16-4-15,18 3-9 0,9-10-17 16,7-5-24-16,15-1-15 0,11-6-1 0,13-5-17 16,11-3-12-16,10-7-25 0,4 1-13 0,6 0 14 15,2-2 13-15,4-2-11 0,-5 4 7 0,-2 4 28 16,-1 0-1-16,-10 3 3 0,-7 4 45 16,-14 1 16-16,-8 7 20 0,-8 4 42 0,-10 4 30 15,-11 5 6-15,-22 1 0 0,-1 0-4 16,1 20-10-16,-29-2 9 0,-8 0-2 0,-14 2-6 15,-8 9-8-15,-17-2-14 0,-15 8 25 0,-9-1 15 16,-6 4-7-16,1-2 86 0,5 2-10 0,5-5-5 16,7 0-23-16,12-6-28 0,11 0-9 15,9-5-68-15,12 1-18 0,12-11-8 0,5 0-27 16,15-12 5-16,32 3-19 0,-14-3-23 0,45-15 8 16,-9-1-10-16,11-3-5 0,8-5-22 15,11-1-4-15,7-2-1 0,4 0-7 0,1-3 22 16,2 1 2-16,-2 0 11 0,-3 5-1 0,52-19-3 15,-20 13 46-15,-25 4 25 0,-17 7 5 0,-18 5 33 16,-15 13 29-16,-17 1 23 0,-33 0 2 16,8 14 7-16,-19-4-27 0,-10 5 12 0,-10 3-11 15,-10 4-1-15,-11 0-7 0,-8 5-15 0,-13 2 7 16,-4 2 34-16,-2 2 33 0,-4-1-11 16,5 2 20-16,4-4 1 0,6 0-17 0,9-2-38 15,12-2-5-15,5-5-58 0,15 0-16 0,9-4-10 16,15-6 1-16,3-11-26 0,21 10-5 15,-5-10-3-15,14 0 2 0,44-17-19 0,-15 6 7 16,6-5-15-16,9-5 8 0,1-2-9 0,60-13-4 16,-10 3 12-16,-5 2 8 0,-11 6 25 0,-3 4-7 15,-18 3 12-15,-10 3 16 0,-18 4 32 16,-11 5 15-16,-15 4 9 0,-26 2 13 0,10 11 7 16,-27 5 8-16,-18 4-12 0,-14 5-10 0,-2-2 6 15,-5 1 3-15,0-3-3 0,-10 7-9 0,-7-2 39 16,-5 6 12-16,-3-3-8 0,-5 3 58 15,5 0-12-15,4-2-11 0,5-2-23 0,8 0-11 16,7-6-9-16,11 0-76 0,5-3-30 0,10-1 10 16,7-4 10-16,15-4-25 0,1-10-15 15,36 0-21-15,-22 0-5 0,36-15-12 0,-8 3-12 16,4-1 9-16,9 0 16 0,41-8 9 0,-4 0 2 16,-5 3 3-16,-7-3 7 0,-8 3 8 0,-8 5 11 15,-10 4 0-15,-11 3 6 0,-10-1 39 16,-11 3 5-16,-11 3 23 0,-11 1-1 0,4 1-7 15,-15 9-4-15,-5-6-1 0,-7 8 7 0,-2-7 3 16,0 1-19-16,5-1-13 0,-4 0-47 0,-3-1-66 16,3-1 11-16,-1 0-273 0,4-2 34 15,9-1-255-15,-4 0 52 0,-5 0 43 16,-25-15 46-16,15 8 23 0,1-3 26 0,-4 2 35 16,0 0 9-16,-8-3 24 0,-3 3 12 0,-6 0 77 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3-16T11:25:32.4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21017 2320 272 0,'15'0'219'0,"-15"0"-2"0,0 0-27 0,0 0-17 0,0 0-4 0,0 0-6 0,0 0-18 0,0-13-13 0,0 13-4 0,0 0 2 0,0 0-12 0,0 0-9 0,0 0 8 0,0 0-16 0,0 0-6 0,0 0-2 0,0 0-26 0,0 0 12 0,0 0-14 0,0 0 14 0,0 0-18 0,0 0 3 0,27 12-13 0,-27 8-10 0,2 1-5 0,1 2 12 0,-1 4-5 0,0 2-10 16,-2 2 11-16,1-1-1 0,2 1-26 0,-2-3 6 15,0 2 5-15,-1-3-17 0,1 0 1 0,2-4 6 16,2-1 0-16,-4 2-2 0,0-6 4 0,1 0-13 16,-2-12 7-16,0 6-22 0,0 0 9 15,0-1 18-15,0 0-6 0,0-1 11 0,0-2-17 16,0-1-4-16,0-1-10 0,0-6 3 15,0 10 12-15,0-5-2 0,0-5-9 0,0 7-6 16,0-7 3-16,0 7 15 0,0-7 0 0,0 0 12 16,0 7-4-16,0-7-26 0,0 0 7 15,0 0-7-15,0 6 16 0,0-6 0 0,0 0 8 16,0 0 2-16,0 5-15 0,0-5-16 0,0 0-1 16,13 7 23-16,-17-7-6 0,4 0-21 0,0-1 32 15,0 0-28-15,0-2 4 0,-3 1-10 16,3 1 1-16,-1-3 8 0,1 2 11 0,0 0-1 15,0-1 2-15,-3-1-9 0,5 0 0 0,-4 0-2 16,4 0 8-16,-2 0-5 0,0 0-4 16,-2-1 3-16,2 5 10 0,0 0-13 0,0-9 13 15,0 4-13-15,0-1 4 0,0-1-3 0,0-2 19 16,0 3 4-16,0-6-20 0,0-2 10 0,0-2 4 16,-10-18-15-16,10 25 1 0,0-5-5 15,0-1 30-15,0 0-13 0,0 2 5 16,0-3-22-16,0-3 4 0,0 4 7 0,0 0 13 15,0 4-9-15,0 0 6 0,0 0-19 0,0 0 10 16,-6-2 7-16,-3-6-12 0,6 10 0 0,2 2 7 16,0 1-1-16,-1-1-5 0,0 2 5 0,2 1 4 15,0 4-3-15,0 0 8 0,0-8-18 16,0 1 16-16,0 7-4 0,0-6 0 0,0-2 12 16,0 2-31-16,0 6 15 0,0-9-5 0,0 3 3 15,0 6-8-15,0-8 13 0,0-1-7 16,0 9-5-16,0-6 7 0,0 0 6 0,0 6-14 15,0-7 20-15,0 0-21 0,0 7 27 0,0-8-3 16,0 1-10-16,0 7 1 0,0-7-8 16,0 0 12-16,0 7-2 0,0-7 4 0,0 7-7 15,0-7-1-15,0 7-9 0,0-8 0 0,0 8 2 16,0-6-1-16,0 6 3 0,0-8 11 16,0 8-18-16,0-6 21 0,0 6-3 0,0 0 5 15,0-6-8-15,0 6-18 0,0 0 9 0,0-6-7 16,0 6 6-16,9-13-5 0,-8 9 19 15,2 1-3-15,-2 0 1 0,0-1-12 0,2 2 10 16,-2-2 0-16,3-1-2 0,0 2 13 0,-2-1-10 16,1 1-16-16,-1 1 5 0,1-1 15 15,1-1-4-15,-2 2 4 0,2 0 16 0,0 0-15 16,2 0-4-16,-1 1 12 0,2 0-2 0,-1 0-7 16,12-1 16-16,-4 0 1 0,0 1-5 15,-2 1 17-15,8-1 27 0,-2 0-24 0,-8 1 14 16,2 0-7-16,1 0 4 0,3 0-15 0,-1 0-21 15,-2 0-7-15,-1 0-21 0,-1 0-22 16,-4 0-44-16,-7 0-27 0,9 0-50 0,-9 0 14 16,0 0-213-16,5 0-103 0,0 0 33 0,-6 1 26 15,1 0 25-15,-3 0 19 0,2 1 14 16,-4 0 5-16</inkml:trace>
  <inkml:trace contextRef="#ctx0" brushRef="#br0" timeOffset="349.87">21075 2506 448 0,'2'1'276'0,"-2"1"-22"0,2-1-21 0,1 1-4 0,-2-2-19 0,0 1 1 0,4 0-14 16,-1-1 3-16,-1 2-15 0,2-2-13 0,-1 0 5 16,15 3-27-16,-6-3-22 0,-1 1 2 15,-1-1-30-15,-2 1-25 0,1-1 6 0,0 0-26 16,9 3-34-16,-5-2 3 0,-3 2-46 15,1-3-49-15,-3 0-30 0,-9 0-67 0,7 0 14 16,-7 0-144-16,9 0-119 0,-9 0 9 0,7 0 58 16,-7 0 24-16,12 11 19 0,-12-7-17 0,0-2 45 15</inkml:trace>
  <inkml:trace contextRef="#ctx0" brushRef="#br0" timeOffset="649.96">21027 2933 509 0,'-3'4'293'0,"2"0"-21"0,1-1-19 15,1-1-22-15,0 1 16 0,6-1-26 0,-3 0-2 16,1-1 11-16,3-2-20 0,11-1-22 15,-10 2-3-15,6 0-15 0,22-7-37 16,-17 5-3-16,-2-3-29 0,-1 1-10 0,-17 4-59 16,13 0-33-16,-3 0-48 0,-1 0-29 0,-3 0-57 15,1 0 12-15,-7 0-214 0,10 0 25 16,-10 0-150-16,15 11 28 0,-11-9 75 16,0 0 8-16,2-2 20 0,1 0 30 0</inkml:trace>
  <inkml:trace contextRef="#ctx0" brushRef="#br0" timeOffset="4583.39">22262 1838 353 0,'0'0'161'0,"0"0"2"0,0 0-52 0,0 0-6 0,0 0 23 15,-28-10-17-15,24 10-14 0,-1-1 6 16,-2 1-40-16,2 0 2 0,0 0 0 0,1 3 1 15,4-3-26-15,0 0-4 0,-9 0 24 0,0 0-23 16,2 0 11-16,-1 0-16 0,2 0-27 0,-19 7 24 16,10-6 17-16,3 0 9 0,3 2 4 0,-8 1-2 15,5-4-1-15,-1 2-5 0,3 1 2 16,1-2-5-16,0 0 7 0,3 1-17 0,-1 0 8 16,-8 3-6-16,1-4 1 0,5 2-10 0,-2 0-1 15,3-1-5-15,-1-1 1 0,2 0-6 0,0 2 1 16,2-2 7-16,0-1 6 0,-10 6-14 15,5-2 17-15,3-3-7 0,-1 2-5 16,4-2 4-16,-3 1-3 0,4 0-1 0,-1 0 2 0,2 0-1 16,-1 0-8-16,-1 1 2 0,-1 0 4 15,4-1-5-15,-3 1-6 0,-5 9 2 0,1-6-12 16,2 0 17-16,-1 1-10 0,0-1 12 16,3-1-3-16,-4 7 9 0,4-1-6 0,-3 1-14 15,3-1 12-15,-4 1-3 0,2 2-12 0,1 0 1 16,0 4 2-16,-1-3-6 0,0 2 8 15,1-2-4-15,1 2-2 0,0-4 11 16,1 4-7-16,0 0 1 0,-1-1-9 0,-2 1 0 16,2 0 13-16,1-1-3 0,1 0-3 15,-2 2 5-15,1-3-2 0,1-4-3 0,-1 7-3 16,1-7-10-16,-2 7 12 0,-1-2-10 16,4 0 8-16,-1-2-18 0,0 3 10 0,-1-3 9 15,2-6 2-15,1 4-14 0,0 5 9 0,0-3-2 16,0 0-9-16,0-14 2 0,0 14 13 0,0 1 0 15,0-1 11-15,0-4-27 0,0 5 3 16,0-4 0-16,0 2 18 0,0-3-20 0,0-1 22 16,0 0-6-16,0-1-5 0,0-1 3 0,-12 8-5 15,12-9 7-15,-1 1-12 0,1 0 6 16,-3 0 4-16,0 11-5 0,-1 0-9 0,1-2-1 16,2-2 16-16,-3 2 0 0,3-4-20 0,-2-1 12 15,2 0 21-15,0-2-20 0,-3-2 12 0,4 0-12 16,-3 9 17-16,1-6-15 0,0 0 0 15,-1-3 10-15,3 0-16 0,-1 0 0 0,-1-1 22 16,2-1-5-16,-1 0-2 0,1 1 3 0,0-1-17 16,-1-2 12-16,-1 3 2 0,2-1 8 15,0-5-21-15,0 0 24 0,0 6-7 0,0 1 7 16,0-7-13-16,0 8-1 0,0-1 2 0,0-7-12 16,0 8 5-16,0-1 8 0,0-7-1 15,0 7 2-15,0-1-3 0,0-6 3 0,0 8-1 16,0-2-14-16,0-6 9 0,0 8 1 15,0-2-7-15,0-6 12 0,0 6-13 0,0-6 12 16,0 6 1-16,0-6-3 0,0 6 0 0,0-6-8 16,0 0 1-16,0 10 0 0,0-10-2 15,0 5 12-15,0-5-12 0,0 5 20 0,0-5-16 16,0 0 23-16,0 7-26 0,0-7 0 0,0 0 16 16,0 7-2-16,0-7-26 0,0 0 28 0,0 8-6 15,0-8-5-15,0 5-4 0,0-5 8 16,0 0-1-16,0 8 8 0,0-8-17 0,0 6 7 15,0-6-21-15,0 6 0 0,-11 3 12 0,10-4 13 16,1-2-4-16,-2-1-6 0,2 2 7 16,-1-2-1-16,1 0 16 0,0 3-16 0,0-1 0 15,0-1-22-15,-1 1 23 0,1 1-3 0,0-2-18 16,-2 1 11-16,2 0 24 0,0 0-19 0,0-2-7 16,-1 0 9-16,1-2-10 0,0 0 3 15,0 0 1-15,0 8-6 0,0-8-1 0,0 7-6 16,0-7 20-16,0 7 3 0,0-7-14 0,0 7 18 15,0-1-15-15,0-6 3 0,0 7-3 16,0-7-1-16,0 8-5 0,0-1 19 0,0-7-1 16,0 6-22-16,0-6 16 0,0 8-17 0,0-8 26 15,0 6-1-15,0-6-12 0,0 7-1 16,0-7 16-16,0 8-32 0,0-8 15 0,0 7-9 16,0-7 16-16,0 0-16 0,-10 12 11 15,10-9 7-15,0-3 3 0,0 0-16 0,0 0 16 16,0 7-8-16,0-7 1 0,0 0 3 0,0 0-21 15,0 6 13-15,0-6 4 0,0 0-26 16,0 0 32-16,0 6-33 0,0-6 15 0,0 0-25 16,0 0 20-16,0 0-5 0,0 0-1 0,0 7 2 15,0-7-8-15,-5 7 3 0,5-7 1 0,0 2-1 16,0-2 21-16,0 0-17 0,0 0 25 0,0 1-20 16,0-1 1-16,0 2 1 0,0-2 5 15,0 0-7-15,0 0 15 0,0 0-16 0,1 1 13 16,-1 2-5-16,1-2-1 0,1 0 6 0,-1 0 5 15,-1 1-10-15,1-2 16 0,1 2 7 16,-1-1-8-16,1 0-4 0,1 0-15 0,-1 1 5 16,1 1 2-16,0-3 12 0,-1 1 0 15,2 0-17-15,0 2 4 0,1-2 7 0,-1 0 6 16,3-1 1-16,0 3 8 0,11 0-18 0,-3-1 1 16,-6-2 0-16,2 0-7 0,-2 1-10 0,-9-1-13 15,8 0-17-15,0 0-25 0,2 0-42 16,12-11-39-16,-13 9 14 0,-4 1-174 0,-1 0-104 15,0 0 27-15,-2 1 24 0,2 0 24 0,-3-1 11 16,-1 1 3-16</inkml:trace>
  <inkml:trace contextRef="#ctx0" brushRef="#br0" timeOffset="8766.41">22221 2139 343 0,'0'0'259'0,"0"0"-49"0,0 0-34 0,0 0 7 0,0 0-7 0,0 0-10 0,0 0-11 0,0 0-30 15,-3 3-11-15,0 3 0 0,-4 3-17 0,-2 1-8 16,-2 1 7-16,3-3-20 0,-1 2 11 0,1 0 6 16,-2 1-18-16,1 2-5 0,0-2-3 15,0 1 3-15,2-1-6 0,0-4-13 0,1 8 15 16,-1-7-15-16,0 7 7 0,0-1 3 0,4-4-17 16,0 2 5-16,-1 6-10 0,1 0 21 15,2 1-16-15,0 1-14 0,0 1 10 0,-1 0-19 16,2-13 17-16,0 9-15 0,0 1-9 15,0 2 2-15,0 3 2 0,0-1-7 0,0 1-7 16,0-2 12-16,0 0-8 0,17 21-14 0,-13-23 8 16,1 2 14-16,-2-3-6 0,2 1-18 0,-2-2 5 15,3 1 13-15,-1-1 1 0,-1 0 11 16,0-3-19-16,-2 0-16 0,3-2 21 16,-1-2-10-16,-2-1-2 0,2-2 4 0,3 9 21 15,-2-7-21-15,0-3-3 0,1 2 14 0,-2-2-5 16,0-1-14-16,1 0 16 0,4 4-5 15,-1-1-6-15,-2-3 8 0,-2-2-2 0,-1 2-1 16,2-1-3-16,-4-2-18 0,2 2-16 0,-1-1-32 16,-1-3-27-16,-1 0-42 0,0 0 12 0,0 0-162 15,0 0-114-15,0 0 28 0,0 0 27 16,0 7 23-16,-10 0-44 0,8-7 15 0,-1 0-11 16</inkml:trace>
  <inkml:trace contextRef="#ctx0" brushRef="#br0" timeOffset="9266.37">22498 2375 394 0,'-2'-2'235'0,"1"-1"-26"0,1 2 5 0,-2-2-21 0,4 1-6 15,-1 2 4-15,1 0-16 0,2 2 7 0,-1 2-10 16,6 9-2-16,0 6-4 0,-2 4 9 16,5 2-2-16,-3 1-19 0,5 2 24 0,-5 3-4 15,1 1-1-15,0 1-7 0,-1 1-19 0,0 1-33 16,1-4 0-16,-1 0-11 0,2 1 3 15,-1-3-19-15,-3-2-25 0,0-2-3 16,-2 0-12-16,0-5-30 0,4-2-1 0,-3-2-90 16,-2-1-25-16,-1-7-30 0,-1-3-34 0,-2-1-69 15,0-1 21-15,0-3-124 0,0 0-98 0,-7-1 34 16,5-1 26-16,-3 0-16 0,3 0 24 0,-2-1 24 16,-1 0 7-16,1 2 1 0</inkml:trace>
  <inkml:trace contextRef="#ctx0" brushRef="#br0" timeOffset="9566.5">22410 2769 287 0,'-1'0'313'0,"-2"-3"-51"0,3 0-10 15,0-1-7-15,0-1-20 0,1 2-29 0,7-10 4 16,-3-2-22-16,3 2-19 0,7-3-10 0,-2 0-5 16,6-2-13-16,-3 1-22 0,0-1-3 15,4-1-6-15,1 1 2 0,2-1-8 0,-2-1-35 16,-1-1-3-16,-1 2-2 0,2 3-25 0,-1-2-31 16,-2 2-13-16,-4 1-34 0,-1 4-22 0,-4-2-36 15,-3 5-24-15,2 1 14 0,-5 2-199 16,-1 0-113-16,-1 1 30 0,-1 2 7 0,0 0 26 15,0-3 13-15,3 1 0 0</inkml:trace>
  <inkml:trace contextRef="#ctx0" brushRef="#br0" timeOffset="11433.14">22984 2816 371 0,'0'0'331'0,"26"12"-21"16,-25 8-19-16,-1-9-9 0,0 4 3 0,0 2-34 0,0 0-25 0,5 18-49 15,-4-21-12-15,-1-3-6 0,7 3-21 0,-7-1-18 16,1-2-12-16,0-4-57 0,-1-1-42 16,0 2-49-16,0-8-54 0,0 0 10 0,0 7-166 15,0 0-96-15,0-7-64 0,0 7 23 0,-11 7 26 16,8-9 21-16,1-2 12 0,0 1-2 0</inkml:trace>
  <inkml:trace contextRef="#ctx0" brushRef="#br0" timeOffset="11884.32">23434 2570 389 0,'-1'0'298'16,"0"1"-27"-16,-2-1-29 0,0-1-29 0,3 1-11 0,-1 0-45 0,1 1-21 0,0 1 2 0,0-1-3 15,0 0 5-15,1 2-2 0,1-3-19 0,2 2 4 16,-1-1 11-16,4 0-12 0,9 4-19 0,2-4 3 15,4 0-25-15,-2 0 8 0,1 0-28 16,-1-1-26-16,1 3-36 0,-12-3-31 0,5 0-36 16,3 0-47-16,-5 0-30 0,2 0 13 0,6 7-193 15,-12-5 26-15,1 0-123 0,-3-1 27 16,-4 0 44-16,1 1 16 0,2-1-2 16</inkml:trace>
  <inkml:trace contextRef="#ctx0" brushRef="#br0" timeOffset="12300.03">23993 2336 229 0,'1'2'305'0,"0"0"-43"0,1 3-7 0,-2 1-12 15,-3 14-17-15,3-8 7 0,0 9-16 16,-10 29-1-16,5-15-35 0,-4 1 26 0,2 2-43 15,-2 4-18-15,-1 2-21 0,-1 1 0 0,0 0-24 16,0 1-15-16,1-3 0 0,1-2-10 16,1-3-23-16,1-2 20 0,-1-5-16 0,3 3-16 15,-2-7-41-15,0-1-21 0,3-5-43 0,0-5-19 16,0-6-44-16,2-5-48 0,0 0 18 16,1-4-114-16,-2-1-113 0,3 0 29 0,0 0-42 15,-2-10 24-15,2 2 24 0,2-9 8 16,-2 6 5-16</inkml:trace>
  <inkml:trace contextRef="#ctx0" brushRef="#br0" timeOffset="13183.21">24056 2296 232 0,'2'-3'122'0,"-1"-1"36"16,1 1-19-16,-1-2 16 0,0 2 15 0,-1 0-19 15,2 1 0-15,-2 0-3 0,0 0 6 0,0-1-7 16,0 2-11-16,-2 0-8 0,4 0-2 16,-4 1-8-16,2 0 9 0,-2-3-19 0,2 3 11 15,0 4-1-15,0-2-10 0,0 2-10 0,0 0 6 16,-2 0-22-16,2 3-2 0,-1-1 9 0,1 12-17 16,0-8 7-16,-5 21-7 15,2-10 11-15,-1 3-10 0,2-2 10 0,1 1-7 0,-3 3 9 16,-2-2-15-16,3 2-5 0,0-2-8 0,0 0-3 15,1 0-15-15,-3 0 12 0,5-4-17 16,-2-1 4-16,0 0 4 0,1 0-6 0,1-5-3 16,0-14 8-16,0 13-21 0,0-4-4 15,0 5 2-15,0 1 6 0,0 0 3 0,13 10-2 16,-9-14-2-16,0-2-3 0,-2-4-55 0,3-4 10 16,-1 3-19-16,1-3-2 0,-1 1-18 0,2-2 20 15,-6 0-5-15,13 0 5 0,-1 0-7 16,17-17-12-16,-15 10 18 0,1 0 5 15,0-1 10-15,-3-3 2 0,1 0-8 0,1 0 20 16,-2 2-13-16,-1-2 17 0,1-1-9 0,0-1-13 16,0 1 14-16,-2-2 10 0,2-1 3 0,-2-4-20 15,-1 6 10-15,-1-4 6 0,-1 1-16 16,5 0 18-16,-3-1 1 0,0 1-5 0,-3 0 1 16,-1 2 5-16,1-2-6 0,0 2 18 15,-1-3-25-15,-1 6 12 0,-2 0 1 0,2 3-3 16,0-1 7-16,-3 1-6 0,4-6 6 15,-2 4-3-15,-2-2 12 0,0 5-15 0,1 0 7 16,-1 0 4-16,0 2 3 0,2-1-16 16,-3 2 17-16,1 0-9 0,0-1-1 0,-1 0 9 15,2 0-6-15,-1 0 9 0,1 0-21 0,-2 0 20 16,2 1-3-16,-2 0-2 0,1 1 11 0,0-1-3 16,-1 1-8-16,0 1 17 0,1 2 8 15,1-1 1-15,-2-1-15 0,0 4 12 0,0-2-3 16,0 2 3-16,0 2 0 0,-9 10 6 15,8-2-2-15,-1 4 12 0,-3 5-4 0,1 1 25 16,-3 2-3-16,3 0 14 0,1 0-11 0,-4 0-6 16,3-1 0-16,-1 0-15 0,1-3 3 15,2 1-3-15,-1-3 8 0,0 2-30 0,0-4 3 16,0 2-1-16,0-2-75 0,3-2-40 16,0-1-38-16,0-2-48 0,0-11 17 0,0 13-235 15,0 0-86-15,0 2 27 0,-11 17 33 0,11-21 16 16,-3-1 25-16,2-3 47 0,1-7 13 15,0 7 7-15</inkml:trace>
  <inkml:trace contextRef="#ctx0" brushRef="#br0" timeOffset="13450.03">24609 2693 398 0,'0'19'472'0,"-1"3"-90"0,1-12 19 0,0 6-39 0,0 2-22 0,-9 23-46 0,6-23-63 0,2 0-17 15,-2-4-60-15,1-3-18 0,1 0-130 0,-3-4-73 16,4-1-76-16,-9 3 13 0,4-2-307 0,0 0 31 15,-3-6-10-15,3 1 23 0,0 0 27 0,5-2 27 16,0 0 3-16</inkml:trace>
  <inkml:trace contextRef="#ctx0" brushRef="#br0" timeOffset="14600.17">24610 2132 236 0,'0'0'225'0,"0"0"-11"0,0 0-31 0,0 0-4 0,0 0-10 15,0 0 5-15,0 0-15 0,0 0-13 0,0 0-10 16,14 0 0-16,2-8-14 0,-14 8-8 0,2 0-1 16,-1 0 5-16,2 1-11 0,-3 0-22 15,3 0-8-15,-1 0 23 0,3 1-30 0,-7-2 20 16,0 0-24-16,6 0-3 0,17 10 8 16,-11-5-18-16,2 2 2 0,-4-2-4 0,5 3-5 15,-3-3 3-15,-1 3 7 0,3 3-20 0,-2-2 0 16,2-1 3-16,-3 1-2 0,2 1-4 15,0 0 1-15,0 1-4 0,0-2-5 0,-2 2-6 16,2 1 1-16,1-1 7 0,-4 0-7 0,0-1-4 16,2 3 11-16,-3-4-15 0,1 2 23 15,-2-3-24-15,1 1-13 0,-3 7 15 0,3-4 8 16,-5-2-5-16,5 1-22 0,-3 1 33 16,0 4-13-16,-2-8 0 0,3 4 13 0,-5 0-15 15,4-3 0-15,-4 0-8 0,2-5 9 0,1 11-14 16,-1 0 34-16,0-4 2 0,-2 0-23 15,1-5 11-15,-3 2-3 0,2 1-1 0,0-4-3 16,-1 2-1-16,-1 2-1 0,0-5 9 0,1 4 3 16,-1 0 7-16,0 5-4 0,0-1-3 15,0 0-15-15,0-1 0 0,0 0 1 0,0-2-2 16,0 1-2-16,0-1 0 0,0-2 21 0,0 1-22 16,0 4 14-16,0 1-2 0,0-1-1 0,0 0-10 15,0-1 5-15,0-2-15 0,0 1 35 16,0 3-19-16,-13 16-6 0,13-15 5 0,-1-3-3 15,1 1 10-15,-1-2-8 0,-1 7-16 0,-5-1 4 16,4 1 8-16,3-11-15 0,0 5 31 16,0 0-27-16,0 0 22 0,0 0 1 0,0-1 7 15,0-2 10-15,0 1-14 0,0 0 18 16,-11 16-3-16,11-6-11 0,-3-7-3 0,2 0 2 16,-2-2-11-16,3-5-15 0,0 2 12 0,-2-1-3 15,2-1 5-15,0-1-17 0,0 0-26 16,0 1 4-16,0-4-67 0,-2 3-68 0,0-2-42 0,1 1-64 15,1-1 24-15,-4 1-175 0,1-2 31 16,1-1 32-16,-1 0-74 0,1 0 29 0,-2-1 26 16,4 0 24-16,-3-1-14 0,2 0 12 0,-2-1 56 15</inkml:trace>
  <inkml:trace contextRef="#ctx0" brushRef="#br0" timeOffset="15966.6">25193 2009 212 0,'0'-13'288'0,"0"13"-44"0,0 0-18 0,0 0-32 0,0 0-11 0,0-14-26 0,0 14-11 0,3-20-16 16,-2 18-8-16,2 1-10 0,1-2 8 0,1 2-13 15,-2-2-20-15,3 1-3 0,-1 1-5 0,0-2-22 16,0 3 9-16,3-2-24 0,-2 2 0 0,-1 0 5 15,-5 0 0-15,8 0-13 0,-2 0-3 16,7 0 10-16,12 15-9 0,-12-8 13 0,-5-2-7 16,1 1 7-16,-3-1 0 0,-1 0-11 15,-1 2 7-15,-1-1 0 0,-2 0 15 0,1 0-24 16,-2 1 14-16,0 0 5 0,0 2 1 0,0 2-4 16,-12 15 8-16,5-10-2 0,-1 1 6 0,0-5-7 15,0 2-5-15,0-1 18 0,-2-4-8 16,4 0 18-16,0-1-9 0,0-2-18 0,1-1 7 15,0 1-13-15,1 0 0 0,2-3-1 0,-1 0-9 16,2-1-3-16,-3 0 14 0,3 1-24 16,-2 0-9-16,2-2 19 0,0 1-3 0,-1 2-2 15,1-3-20-15,1 2 13 0,0-3-16 16,0 0 8-16,0 0 34 0,13 6-11 0,-8-4 1 16,4-2 3-16,-3 0-34 0,2 0 28 0,0 0-20 15,2 0-6-15,-1 0-10 0,4 0-1 16,-2 0-70-16,-1 0-39 0,0 0-54 0,-2 0-52 15,0 0 19-15,0-11-221 0,-6 10 33 0,1 1-88 16,-3-1 37-16,2 0 29 0,-2-1 36 0,3-1 26 16,-2 0-12-16,3 0 27 0</inkml:trace>
  <inkml:trace contextRef="#ctx0" brushRef="#br0" timeOffset="17116.29">25677 1683 397 0,'0'0'291'0,"2"0"-25"0,-2 2-17 0,1-2-39 0,2 0-10 0,2 1-31 0,-1 1 1 0,1-4-18 0,3 4-8 16,10 1 7-16,-1 2-32 0,2 0 18 15,-2-1-35-15,-9-4 2 0,7 0-17 0,-1 0 2 16,21 8-12-16,-16-4-6 0,-3 0-3 0,1 0 2 16,1 1-2-16,-6-3-20 0,-2-1-5 0,0 3-5 15,-2-2-4-15,-3 3 4 0,1-3-9 0,0 1-8 16,1 0 6-16,-3 1-20 0,1-2 7 16,-1 2 3-16,0-2 11 0,0 1-15 15,0 1 7-15,0 0-2 0,-1-1-15 0,1 1 19 16,8 6 2-16,-10-3-12 0,2 3 12 0,-3-5-9 15,2 2 10-15,-3-7-8 0,0 11-1 16,0 1-3-16,0-1-8 0,0 0 14 0,0 0-14 16,0 4 6-16,0 3 18 0,0 3-20 0,0-1 1 15,0 0 11-15,-10 21-1 0,8-22-14 0,0 2 20 16,-1-1-15-16,0 2 0 0,2 3-12 16,0-4 16-16,1 1-10 0,-1-2-7 0,-1 1 8 15,1 1-3-15,1-2-15 0,0-1 4 0,0-9 19 16,0 5-4-16,0 2-3 0,0 2 4 15,0 1-4-15,0 0-2 0,0 0 8 0,0 0 8 16,0-1 3-16,0 2-32 0,0-2 18 0,0 0-2 16,0 3 5-16,0-2-12 0,9 18 3 15,-9-30 7-15,0 6-3 0,0 1 0 0,0 1-1 16,0 0 0-16,0 0-1 0,0-2-18 0,0-2 2 16,0 4 2-16,0-2 0 0,0 1 14 15,0 3 11-15,0-1-4 0,14 19 8 0,-10-18-1 16,-3 1 25-16,2 0-5 0,-3-5-2 0,2 6 7 15,0-1 2-15,0 1-18 0,-1 0-8 16,-1-11-5-16,0 5 4 0,0 2-6 0,0 0-21 16,0-1 12-16,0-4 13 0,0 1 1 0,0 1-4 15,0 1 16-15,0-3-15 0,0-3 7 16,0 2-12-16,0-2 5 0,0 0-4 16,0-1-3-16,0 0 6 0,0-7-24 0,0 9 26 15,0-2-4-15,0 0-1 0,0 0-7 16,0 1-10-16,0-1 16 0,0 0 5 0,0 7-32 15,0-2 24-15,0 3-3 0,0-4-13 0,0 1 8 16,0-3 6-16,0 1 11 0,0-2-29 16,0-1 6-16,0-1 21 0,0 1-27 0,0-1 20 15,0-6-9-15,0 9-3 0,0-4 1 0,0 3 16 16,0-1-31-16,0-7 18 0,0 7-7 16,0 0 10-16,0-7 8 0,0 7-20 0,-6-1 10 15,6 1-2-15,0-7 0 0,0 8 14 0,0-2-5 16,0-6 9-16,-9 8 3 0,0 4-24 0,8-7 7 15,-2 1-7-15,2-2-1 0,0 0 14 16,-2 1 14-16,3-1-26 0,-2 1 8 0,-5 3 0 16,4 1-11-16,-1-4 8 0,-3 1-15 0,3-2-3 15,1 2 2-15,-4 3-4 0,-2-2-28 16,3-3 27-16,-1 1 10 0,1-1-3 0,0-2-16 16,-2-2 2-16,3 1 11 0,-3 0 10 0,8-1-18 15,-8 0 17-15,0 0-2 0,-4 0-9 16,-6 0 17-16,3 0 1 0,-2 0-20 0,4 0-26 15,2 0-26-15,-17-15-47 0,12 10-63 0,6 4 19 16,-5-4-252-16,7-1 31 0,0 0 33 0,-4 1 24 16,5-4-82-16,4 4 24 0,-13-4 45 15,16 9 6-15,0-9 5 0</inkml:trace>
  <inkml:trace contextRef="#ctx0" brushRef="#br0" timeOffset="17750.07">26638 2544 397 0,'-4'0'369'0,"0"0"-37"16,0 1-16-16,-2-1-6 0,5-1-11 0,-3 1-35 0,0 0 0 0,3 1-18 0,-2-1-20 16,3 0-16-16,-1 1-15 0,2-2-33 0,3 2 2 15,1-1 2-15,2 2-28 0,14-2-17 16,-13 0-7-16,9 0-9 0,4 0-18 0,0 0-8 15,2 0-28-15,2 0-6 0,22-10-127 16,-28 9-66-16,-2 1-46 0,-9 0 17 0,1 0-187 16,2 0-139-16,-3 0 43 0,-1 0 33 0,-7 0 13 15,0 0 26-15,6 0 39 0,2 12 39 0,-8-8-17 16</inkml:trace>
  <inkml:trace contextRef="#ctx0" brushRef="#br0" timeOffset="17983.38">26611 2789 283 0,'-4'3'443'16,"0"-1"-71"-16,3 0-39 0,0 0-9 0,0 0-43 16,2-1 59-16,1-1-21 0,2 2-16 15,3-4-31-15,-1 2-29 0,16-3-36 0,-12 3-6 16,26-8-36-16,-12 2-24 0,4 0-42 0,-5-2-70 15,4 0-4-15,-3 0-151 0,3-1-88 16,0 4 22-16,-8 0-298 0,3 2 37 0,-4-1 1 16,1 1 30-16,-1 2 28 0,-4 0 27 0,-4-2 45 15,3 2 12-15,6-1-37 0</inkml:trace>
  <inkml:trace contextRef="#ctx0" brushRef="#br0" timeOffset="19149.84">27506 2017 516 0,'0'0'284'0,"0"-14"-26"0,0 14-33 0,0 0 3 0,0 0-29 16,0 0-16-16,-17-27 1 0,19 23-32 0,-4 3-21 16,4 1 9-16,-2 0 1 0,1 1 0 15,2 3-12-15,-2 1-8 0,5 9 12 0,-1 1-13 16,2 3-14-16,-1 5 21 0,3 1-13 15,-1 1-12-15,0 1-10 0,2-1-10 0,-4 4-14 16,2 0 7-16,0 3-22 0,0 2 19 0,0 0-25 16,-1 0 1-16,2 1-23 0,-3 0 1 15,4-2 0-15,-2 2 10 0,1 0 5 0,-2 2-18 16,0-5 14-16,3-1-1 0,-3 2-9 0,0-2 13 16,1-1-19-16,-2 2 5 0,4-5 1 15,-3-1-10-15,-2 4-11 0,1-4 16 0,1 0 3 16,-5-4-17-16,3-1 18 0,2 0 14 0,-2-4-13 15,-1 3 5-15,-2-3 7 0,2 0-8 16,1-2-7-16,-2-3 4 0,2 2 2 0,-1-4-10 16,-2-1 7-16,2-3-7 0,-1 0-15 0,-3-2 12 15,0 1 5-15,0-3 6 0,1-1-12 16,0 2 2-16,-1-3-2 0,0 0 2 0,0 0-1 16,0 0-5-16,0 0 4 0,4-14 3 0,1-3-7 15,-2 0-2-15,2-2-11 0,-3-2 3 16,1-2 10-16,1-2 2 0,0-3-5 0,1 1-4 15,1 1-7-15,0-1 1 0,3 0 9 16,-3 0-5-16,-1 0-6 0,1-1 5 0,2 3-9 0,-2-2 11 16,2 2-6-16,-3-3 5 0,5-1 2 15,-1-1-9-15,3-2 6 0,2 2-16 16,1 3 16-16,-2 0-4 0,1-1 1 0,2 4-8 16,-3-3 9-16,2-1 2 0,-3 1 3 0,-3 1-10 15,4 2 8-15,-2-2 1 0,2 0-9 16,-3-1 12-16,-2 4-11 0,0-1 9 0,-1 5-3 15,0 2-7-15,-2 3-4 0,-3 4-1 0,1 1-23 16,-3 3-13-16,1 2 6 0,-1 1-90 0,0 3-44 16,0 0-33-16,-4-3-47 0,3 4 26 0,0 1-137 15,-2 0-99-15,3 2 34 0,-2 1-31 16,-1 1 33-16,-1 9 51 0,3-1 28 0,0 3 42 16,1-8 14-16,0 5 6 0</inkml:trace>
  <inkml:trace contextRef="#ctx0" brushRef="#br0" timeOffset="19799.91">28267 2589 454 0,'0'-4'308'0,"-3"-3"-14"0,2 2-18 0,-3-9-28 0,-1 3 15 0,0 2-30 0,-5-2-22 0,6 2 2 0,1 3-10 16,-4 0-24-16,3 2-20 0,-1 1 6 16,0 1-14-16,-2 2-10 0,-1 0-9 0,0 0-24 15,-14 14-13-15,7-5-11 0,0 7 6 0,-1 0-4 16,0-3-34-16,1 6 2 0,2 1-11 0,-2 3 4 15,5 2-14-15,1 0 2 0,0 3-4 16,4-2 10-16,-2 1-12 0,6 2 1 0,1-16 6 16,0 6-23-16,0 2-2 0,13 20 11 15,-9-27-20-15,7 2 19 0,1-5-29 0,2-2 26 16,-4-6-19-16,2-1 0 0,-2-2 2 0,-1 0 13 16,2 0-14-16,20-17-11 0,-15 7 22 15,-1-4-4-15,0 3-14 0,-2-1 14 0,1-1-7 16,0-2 2-16,-4-2 18 0,-4 1-4 0,3-1-21 15,-1 0 6-15,-3 1 5 0,3-3-12 16,-6 1 7-16,1 0 21 0,-3 5-5 0,0 1-5 16,2 3 20-16,-2-1-1 0,2 2-13 0,-2-2-5 15,0 4 23-15,0 6 3 0,0 0-13 16,0-9-9-16,0 2-10 0,0 7 15 0,0-7 1 16,0 7 7-16,0-9 19 0,0 9-2 15,0-7-10-15,0 7-2 0,-4-5-7 0,4 8 4 16,0 3-1-16,0 2 7 0,4 12 5 0,-4-8 8 15,0 6 0-15,6 25 0 0,-2-17 9 16,4-1-3-16,-3-1-7 0,1-1-5 0,2-1-13 16,1-3 12-16,-3-3-9 0,1-1-20 15,-2-1-15-15,2 0-23 0,-3-10-29 0,0 1-46 16,2-3 9-16,-2 0-107 0,-4-2-51 0,0 0-67 16,0 0 29-16,7-11-189 0,-7 7-39 0,1-3 38 15,3-10-4-15,-3 0 35 0,0-2 25 16,1-4 27-16,2-3 24 0,-1 0 8 0,2-1 60 15</inkml:trace>
  <inkml:trace contextRef="#ctx0" brushRef="#br0" timeOffset="20166.64">28476 2628 367 0,'3'21'420'0,"0"1"-38"0,-3-11-58 0,0 8 79 0,0 3-27 0,0 0-14 0,5 25-20 15,1-25-26-15,-6-13-32 0,0 3-31 0,0 1-26 16,9 10-14-16,-5-12-15 0,-2-5-27 0,1-1-2 15,-2-3-15-15,-1 2-14 0,2-2-18 16,-2-2-11-16,0 0-23 0,0 0-7 0,3 2-2 16,-1-4-1-16,-1-1-6 0,-2 0-22 0,2 1 14 15,-1-4-12-15,0 1-12 0,-1 0 4 0,1-4-8 16,0 0-4-16,0-6-12 0,0 1-2 0,0-2-5 16,0 0 17-16,0-4-10 0,0 2-15 15,0 0 18-15,0 0-15 0,0 0-6 0,0 2 14 16,0 1-12-16,0-3 7 0,2-11-5 15,2 13-6-15,0 0 5 0,0 7-2 0,6-8-5 16,-1 2 6-16,-3 0 1 0,6 3-16 0,-3 3 3 16,0-1-17-16,1 0-18 0,-2 2-26 0,2-2-31 15,-1 2-40-15,2 2 15 0,-3 2-139 0,-3 3-81 16,0-2 30-16,0 3-274 0,-5 0 50 16,0 0 24-16,0 0 18 0,12 10 61 0,-7-5 31 15,-2-1 25-15,8 7 40 0,-1 3 55 16,3-1-38-16</inkml:trace>
  <inkml:trace contextRef="#ctx0" brushRef="#br0" timeOffset="21533.46">29342 1931 215 0,'0'0'263'0,"0"0"-25"0,0 0-16 0,0 0-6 0,0 0-22 15,0 0-1-15,0 0 2 0,0 0-9 16,0 0-29-16,0 0 14 0,0 0-34 0,-14 0-1 0,-8-6-12 16,10 14-17-16,0 1 8 0,-2 0-16 15,2 3-13-15,2-1 6 0,-5 2-13 0,2-1 19 16,-2-1-22-16,1 1 15 0,-2-1-28 15,3 2-5-15,0-2 38 0,1 3-10 0,-1 0-9 16,0 1 11-16,3 0-18 0,-4 0 2 0,5 1 6 16,0 0 4-16,-4 3 0 0,4-1 2 15,3 3-15-15,-3-2 3 0,0 1-18 0,3 1 0 16,1 3-9-16,-1 0-10 0,0 3 11 16,0-1-18-16,3-1 13 0,1 1 1 0,-7 1-10 15,6-3-7-15,-2 5 3 0,5-3 5 16,0 2-6-16,0-5 3 0,-3 4-5 0,2-4 1 15,1-12-10-15,0 9 4 0,0 1-2 0,0 2 6 16,0 1-21-16,0 1 15 0,0-3-10 16,0 2 1-16,0-2-7 0,0 0 12 0,13 19-6 15,-8-21-3-15,-1 1-1 0,0-3 3 0,2 0 8 16,0 2-7-16,-2 0-1 0,4-3 8 16,-1-1-7-16,0 7 12 0,2-8 1 0,-3 1 15 15,2 2-7-15,2-2 4 0,-2-2 8 0,0-1-11 16,-1 0-6-16,4-3-3 0,-5-3-5 0,-2 0 3 15,0-2-10-15,-2 0 2 0,2-2-15 16,-3 4-7-16,3-5-3 0,-3 2-27 0,1-2-17 16,-1 1 7-16,1 0-99 0,0-2-47 0,-2-1-69 15,0 0 26-15,0 0-178 0,0 0-118 16,-2 3 39-16,1-5 37 0,1-2 41 0,0 1 29 16,1-3 5-16,-1-1 24 0,4-12 21 0,4 0 7 15</inkml:trace>
  <inkml:trace contextRef="#ctx0" brushRef="#br0" timeOffset="21900.02">29388 2437 357 0,'0'-6'369'0,"0"3"-31"0,1 0-22 0,-1-1-23 0,0 4-16 0,3 0-28 0,0 3-9 15,0 1-29-15,6 9 37 0,4 6 31 16,-3 1-13-16,3 3 4 0,-1 0-14 0,0 2 8 16,4 2-5-16,0 1 6 0,1 4-21 0,2-2-26 15,-2-3-23-15,-2 2-17 0,5 2-43 0,-3-3 10 16,0-3-22-16,-8-3-37 0,7-3-25 15,-5 2-26-15,0 0-38 0,-1-7-33 0,-1-1-41 16,-7-3-36-16,0-3-28 0,1-3 12 0,1 0-130 16,-3-3-41-16,0-1 27 0,-1 0-125 0,0 0-61 15,0-2 37-15,0-3 33 0,0 1 30 16,-1-2 28-16,1 0-89 0,0-12 42 16,0 9 9-16,0-7 45 0,0 0 29 0,0-2 5 15</inkml:trace>
  <inkml:trace contextRef="#ctx0" brushRef="#br0" timeOffset="22217.16">29795 2373 470 0,'3'-4'346'15,"-3"0"-14"-15,2-1 8 0,-2 4-44 16,0-1 43-16,0 1-72 0,-5 0-9 0,3 3-15 15,-1 4 6-15,-10 11-16 0,0 2-21 0,3 3-7 16,-3 2 0-16,-4 0 7 0,3 5-8 0,-5 1-10 16,2 8 13-16,-2-4-11 0,-1 1-2 15,1-1-14-15,-2 1-15 0,1-1-14 0,3-2-26 16,-5-3-4-16,7-1-13 0,-2-5 2 0,6-2-50 16,-2 2-25-16,3-4-43 0,-4-4-38 15,4-1-67-15,1-2 11 0,3-3-130 0,-1-4-70 16,3 1 27-16,0-2-271 0,0-4-10 0,3 0 38 15,1 0 32-15,0 0 33 0,1-1 31 16,3-3 29-16,0 0 21 0,10-4 48 0,-1-2 16 16,6 5-4-16</inkml:trace>
  <inkml:trace contextRef="#ctx0" brushRef="#br0" timeOffset="22634.46">29943 2744 695 0,'0'7'398'0,"-3"11"51"0,1 1-43 0,-6 2-12 0,4 0-23 0,-5 5-35 0,2-2-41 15,0-3-32-15,-2-1-37 0,2 2-34 0,3-4-35 16,-4-4-54-16,4-4-42 0,4 0-5 0,-2-2-150 16,-1-2-80-16,3-1 17 0,-1-1-232 15,0-3 32-15,1-1-136 0,0 0 33 16,1 0 31-16,0-1 23 0,2-3 27 0,1 1 17 16,2-9-3-16</inkml:trace>
  <inkml:trace contextRef="#ctx0" brushRef="#br0" timeOffset="23449.9">30082 1776 314 0,'3'0'299'0,"-1"1"-15"0,2 2-22 0,-1-2-24 0,3 1-21 0,8 9 28 0,2-3-15 0,-1 4-10 16,-2 4-25-16,3 0-21 0,0-2-20 0,0 6 67 16,-2-2-3-16,0 0-35 0,-1 4-3 0,5-1-33 15,-5 3 10-15,0 0-35 0,-1 1 5 16,3 3-33-16,-3-1 15 0,-3-1-21 0,4 5-1 15,-3-1-19-15,-3-3-12 0,2 3 7 16,-1-1-19-16,-1-1 4 0,-1 0-1 16,1 1-3-16,0-3-4 0,-2 2-16 0,-1 1-8 15,3 0 22-15,-1 1-13 0,-1-4 1 0,-1 0-15 16,0-1 21-16,-2-1-20 0,0 0 8 16,0 1-12-16,1-2-6 0,-3-14 8 0,0 7 9 15,0 2-13-15,0 3 10 0,0 0-9 0,0 3 8 16,-13 23-5-16,9-24-7 0,-1 4 11 15,1-5-18-15,0 0 4 0,-1 3-4 0,-1-3 8 16,-2-1 6-16,3 1 7 0,-1 5 12 0,-1-10 4 16,1 5 4-16,-2-1 1 0,2-1-1 15,-2 0-3-15,0-2-3 0,2 1-6 0,-3-1-17 16,0-4-20-16,3-1-25 0,-2 0-37 0,4-4 7 16,1-3-143-16,-3-1-56 0,4-1 23 15,-2-2-192-15,1 0 39 0,0-1 33 0,0-1 30 16,-1 0 26-16,-1 0-136 0,5 0 30 0,0 0 27 15,0 0 23-15,-6 0 21 0,6 0 9 0,-18-10-6 16</inkml:trace>
  <inkml:trace contextRef="#ctx0" brushRef="#br0" timeOffset="31083.32">21098 4126 241 0,'0'0'178'0,"0"0"-63"0,0 0 20 0,0 0-3 0,0 0 2 0,0 0-34 15,0 0 13-15,0 0-26 0,0 0 11 0,0 0 5 16,0 0-9-16,0 0 4 0,0 0-18 16,0 0 14-16,0 0 3 0,0 0 5 0,0 0 5 15,0 0-6-15,0 14-12 0,0-14-9 0,0 0 3 16,0 0 6-16,0 0-12 0,0 0-1 0,0 0 18 15,0 0-7-15,0 0 3 0,0 0-1 0,0 0-2 16,0 0-2-16,0 12 2 0,0-12-3 16,-16 25-11-16,17-2 28 0,-1-12-11 0,0 9 1 15,0 6-16-15,0 3-4 0,0 4-8 16,0 3-6-16,0 0 14 0,0 2-7 0,9 39-6 16,-8-43-31-16,2-1 20 0,-3-3 15 0,2 2-16 15,0-1-21-15,-2-19 15 0,0 4-1 16,0 1 13-16,0 2-27 0,0-5-7 0,0-1 6 15,0-4-4-15,0-2-3 0,0-7-4 0,0 6-6 16,0-6 2-16,0 0-7 0,0 0 12 0,5 10-22 16,-5-13 14-16,0-1-4 0,0 2 0 15,0-5-29-15,0 1 2 0,4-12 3 0,-4 10-3 16,0-9-18-16,0-4 16 0,0-2-11 16,0-2 0-16,0 1-5 0,0-1 12 0,-11-26-16 15,9 25 23-15,-2 0-8 0,1 1 13 16,-1 1 5-16,3 1 6 0,1 11-9 0,0-5 3 15,0-3-10-15,0 1 6 0,0-2 9 0,0 3-3 16,-11-22 3-16,7 20 10 0,3 6-3 16,-2-5-16-16,2 2 7 0,-3-1 12 0,0 3-24 15,3 1 21-15,-2 2 19 0,3 6-38 0,-1-4 25 16,1 1-6-16,0 3 4 0,0 6-4 0,0-8 0 16,0-3-7-16,0-1 9 0,0 3 1 0,0 1 13 15,0-1-16-15,9-5-3 0,-8 9 5 16,2-2 11-16,-2 3-15 0,0-1 2 0,1 2-8 15,0-1 10-15,1-2-5 0,-2 3-5 0,2-1 17 16,-3 2-13-16,2-1 8 0,2-1 0 16,-4 3-11-16,1 1-5 0,0-3 20 0,1 0-16 15,-2 2 19-15,0-2 2 0,2 2-27 16,0-1 16-16,-1 0 21 0,-1 0-17 0,1 1 16 16,-1-1-6-16,3 1-1 0,-3 0 15 0,0 0 0 15,2-1-18-15,0 1 5 0,2 0 9 16,-3 0 0-16,3 1-1 0,1 0-25 0,-2-1 5 15,-3 1 15-15,0 0-1 0,7 0-2 0,-1 0-2 16,8 0 19-16,-1 0-10 0,5 0 0 16,18-11-10-16,-18 9 11 0,2-1 4 0,2-2-6 15,-1 3 3-15,-1 1 1 0,0-3-17 16,0 2 23-16,-5 1-29 0,-1 1-5 0,-14 0 4 16,10 0 10-16,-2 0-10 0,-1 0 1 0,0 0-54 15,-7 0-18-15,10 0-32 0,-5 0-50 16,-5 0-50-16,0 0 18 0,0 0-190 0,0 0-107 15,12 8 38-15,-15-8 28 0,2 2 31 0,-3-1 25 16,-1 2 24-16,0 0 0 0,-1-2 4 0</inkml:trace>
  <inkml:trace contextRef="#ctx0" brushRef="#br0" timeOffset="31383.4">21109 4261 506 0,'0'2'256'0,"-2"-2"-18"0,2 0-10 0,0 0-11 0,2 1-9 0,-2-1 9 16,3 2 15-16,0-2-27 0,1 0-28 0,2 0-8 15,-1 1 0-15,2-1-20 0,13 6 21 0,3-5-1 16,-4-1-27-16,4 4-19 0,-2-4-20 15,2 3 2-15,-3-2-32 0,2 2-4 0,1 2-7 16,-5-1-92-16,0 0-40 0,-3 0-29 0,-2-2-49 16,0 4 13-16,-5 0-159 0,-1-3-86 0,-4 3-59 15,-3-6 58-15,0 0 28 0,0 7 23 16,0-7 7-16,0 8 7 0,-14 13-16 0</inkml:trace>
  <inkml:trace contextRef="#ctx0" brushRef="#br0" timeOffset="31666.63">21109 4720 301 0,'-2'3'324'0,"2"-2"-38"16,-1 0-12-16,2 1-28 0,1 1 6 0,3-1-14 15,-3-2-13-15,2 0 8 0,2 0-28 16,1 0 13-16,13 0-22 0,-9 0 0 0,5 0-18 16,3 0-3-16,3 0-24 0,0 0-30 0,2 0-15 15,-2 0-42-15,2 0-5 0,26 11-86 16,-28-9-38-16,1 1-84 0,-2-3 14 0,-1 1-269 16,-1 2 31-16,-13-3 29 0,4 0-76 0,-1 0 63 15,2 0 9-15,14-10 24 0,-7 2 18 16,4 2 10-16</inkml:trace>
  <inkml:trace contextRef="#ctx0" brushRef="#br0" timeOffset="33216.79">22190 3707 424 0,'0'0'260'0,"0"0"-33"0,14 0-10 0,-14 0 0 0,0 0-32 0,0 0 3 0,0 0-10 0,0 0-18 15,0 0 7-15,0 0-27 0,0 0 20 0,0 0-27 16,0 0 16-16,17-23-3 0,-21 20 1 15,0 1-11-15,0 2-19 0,-1-3-20 0,0 3 0 16,1 0-33-16,-5 0 21 0,3 0-8 0,-3 0-8 16,-18 10-10-16,12-4-12 0,-4-2-4 0,2 3-5 15,2 1-7-15,1-2-1 0,-3 2-9 16,4 1-4-16,3-1 2 0,-2 1 9 0,4-1-7 16,2-1-1-16,-4 3 13 0,2 2 7 0,5 0-3 15,-4-3-5-15,1 4-13 0,2 3 8 16,4-3-12-16,-1-2-2 0,-3 6-1 0,3 0 22 15,-1-2-9-15,1 4-18 0,1 1 25 0,-1 1-9 16,-1 0-15-16,1 3 11 0,1-1 12 0,0-1-32 16,0-12 26-16,0 6 0 0,0 2-26 0,0 3 17 15,0-1 11-15,0 0-16 0,0-1 6 16,0 0-23-16,0-2 3 0,0-1 22 16,0-1 17-16,0 0-4 0,0 0-30 0,0 1 2 15,0-5 13-15,0 0 5 0,0-1-1 0,0 2 3 16,0 2 2-16,0-1 6 0,0-2-10 15,0-1 3-15,0-1-6 0,0-1 3 0,0-1-7 16,0 2 5-16,0-3-15 0,0 0 16 16,0-6-2-16,0 9-5 0,0-1-18 0,0-3 17 15,0 2 9-15,0-7-5 0,0 9 1 16,0-3-11-16,0 0 3 0,0-6 5 0,0 8-7 16,0-1 7-16,0-7 3 0,0 9-5 15,0-4 3-15,0-5-3 0,0 9-5 0,0-4 0 16,0-5 15-16,0 6-13 0,0-6-2 0,0 8-7 15,0-8-7-15,0 6 16 0,0-6 8 16,0 6-7-16,0-6-10 0,0 6 2 0,0-6 7 16,0 0-3-16,0 8-10 0,0-8 14 0,0 6-13 15,0-6 7-15,0 7 9 0,0-7 2 16,0 0-23-16,0 8 0 0,0-8-2 0,0 5 13 16,0-5 2-16,0 6 1 0,0-6 2 0,0 6 8 15,0-6-3-15,0 8 0 0,0-2 8 16,0-6-21-16,0 8 8 0,0-2 8 15,0-6-11-15,0 9 0 0,0-2 3 0,0-1 2 16,0-6-7-16,0 10 2 0,-6-5-4 0,6-5 4 16,0 9 5-16,0-3-4 0,0 2 0 0,0-2 0 15,0-6 2-15,0 8-2 0,0 0 2 0,0-1-3 16,0-1-4-16,0 0 2 0,0 1 3 16,0-1 8-16,0 1-10 0,0-1-10 0,0 3 9 15,0-4-4-15,0 2-5 0,0 0 12 0,0 1 0 16,0-2 2-16,0 1-8 0,0 1 1 0,0 6 0 15,0-2 14-15,0 1-21 0,0-3 17 16,0-2-7-16,0 1 11 0,0-1-11 0,0-2 9 16,0 1-7-16,0-2 1 0,0-5-3 0,0 10 8 15,0-3-16-15,0-2 4 0,0 2 14 16,0 1-6-16,0-3-9 0,0-5 3 0,0 8-3 16,0 0 8-16,-8-2 1 0,8-6-5 0,0 8-2 15,0-1-5-15,0 1-3 0,0-3 9 0,0-5 2 16,0 8 0-16,0-1-9 0,0-1-3 15,0 2 3-15,0-4 15 0,0-4-11 0,0 9 14 16,0-3-9-16,0-6-3 0,0 8 0 0,0-2 1 16,0-6-8-16,0 8 1 0,0-8 1 15,0 5-9-15,5 5 8 0,-2-8 3 0,1 1-10 16,-2-2 17-16,2 3 0 0,0-4-7 0,1 2-10 16,-1-1-3-16,14 3-19 0,-8-3-11 0,0-1-27 15,-1 0-41-15,0 0 12 0,-9 0-124 16,8 0-49-16,1 0 24 0,1 0-179 0,14-8 41 15,-15 4 33-15,-2 0-143 0,-1 0 40 0,-1 1 46 16,8-5 27-16,-1 1 24 0,-2 0 27 16,-5 0-13-16,5-5 8 0</inkml:trace>
  <inkml:trace contextRef="#ctx0" brushRef="#br0" timeOffset="33916.42">22640 3902 287 0,'0'-1'293'0,"0"1"-30"0,-2-1-21 0,-1 1-13 0,1 1-15 0,0 0-4 16,-2 2-29-16,-1 1 0 0,-6 4-35 0,-3 4 34 15,0-1-32-15,0 1-2 0,-3 2-27 16,4 4 12-16,-3 1-2 0,1-1-21 0,0 2-6 16,1-2-10-16,-2 2 4 0,0 1-10 15,4 0-9-15,-3-1-7 0,4 2-9 0,1-1-2 16,-1-1-6-16,4 1-2 0,-1 2-4 15,-1-3 16-15,5 2-12 0,-1-1-6 0,4 4-2 16,-1-4 10-16,2 0-27 0,0-10 1 0,0 6 2 16,0 2 8-16,0 5 8 0,0-3-35 0,11 25 10 15,-9-22-2-15,4-3-4 0,-4-1 1 0,3 2 5 16,4-2 0-16,-2 0 0 0,0-2-9 16,3 2 2-16,-6 2 24 0,5-2-22 0,2-2-5 15,-3 1 20-15,3-1 1 0,-5-1 13 0,0-1-24 16,3 0 18-16,0-2 15 0,-2-5-34 15,-5 1 21-15,8 2 1 0,-5-3-18 0,3 2-1 16,-5-4-1-16,-1 1-11 0,2-5 13 0,-2 3-6 16,1-2-8-16,-3-1 3 0,3 1-25 15,-1 0-24-15,0-3 3 0,0 2-93 0,1 1-43 16,-3-2-51-16,1 0-59 0,-1-1 26 16,1-1-262-16,-1 1 33 0,0-1 44 0,0 0 37 15,0 0 16-15,0 0 58 0,5-10 24 0,-2 7 12 16,7-12 11-16</inkml:trace>
  <inkml:trace contextRef="#ctx0" brushRef="#br0" timeOffset="34368.94">22887 4177 664 0,'-1'-3'276'0,"-1"0"-21"0,2 0 6 0,-1 2-26 0,0 0-9 0,1-1-14 0,-1 2-18 0,1 0-17 16,0 0-1-16,0 0-3 0,1 3-8 0,0 1-18 15,0 2 30-15,5 8 25 0,1 2-15 16,2 4-3-16,1 3-2 0,-1 1 12 0,3 1-3 16,-1 1-6-16,3 3 2 0,-1 1-11 15,4 0-23-15,-3 0-8 0,-1 0-13 0,3-4-16 16,-2 1 0-16,0-2-31 0,-1-3 11 0,1-1-21 16,-2-2 4-16,0 1-14 0,-1-5-13 0,-1-3-9 15,0 2-39-15,-2 0-18 0,-3-6-20 16,0-2-24-16,-1 0-28 0,0 1-29 0,2 5 9 15,-5-4-90-15,3 0-37 0,-2-3-13 0,-2 0-33 16,0-1 26-16,0-1-145 0,0-3-86 16,0 0 39-16,0 0 32 0,0 0 32 0,-6 9 28 15,5-11-25-15,-3 1 17 0,3 0 25 16,-3-4 48-16,3 3-36 0</inkml:trace>
  <inkml:trace contextRef="#ctx0" brushRef="#br0" timeOffset="34766.33">22860 4691 331 0,'-2'0'383'15,"0"1"-57"-15,2 0-29 0,-1-1-1 0,0 0-30 16,-1-1 4-16,4 1-36 0,-2-1-28 16,0-4 24-16,2 1-22 0,0 0-4 0,8-8-34 15,-3-5-14-15,4-1-18 0,0 0-2 16,2-3-16-16,2 0-1 0,-2-1-32 0,1 0 6 16,4-1-10-16,0 1-2 0,0 0-11 0,2-2 2 15,1-1-32-15,-1 3 9 0,4-1 1 16,-7 5 5-16,2-2-17 0,-3 2-21 0,2-1 15 15,-3 3-13-15,-4 4-27 0,4-2 3 16,-2 1-80-16,-1 1-28 0,-1 1-35 0,-4 0-43 16,-1 0-58-16,3 2 24 0,-1 3 20 0,-4 0 18 15,-2 0-289-15,1 2 36 0,-1 1-4 16,0 3 24-16,-1 0 24 0,0-2 57 0,-1 2 23 16,0 0 10-16</inkml:trace>
  <inkml:trace contextRef="#ctx0" brushRef="#br0" timeOffset="35566.94">23539 4639 348 0,'0'-3'279'0,"0"2"-27"0,1-2-22 0,-1 2-25 0,0 0-13 0,3-1 1 0,1-1 0 0,-3 1-33 0,1-2 4 16,4-1 0-16,-3 4-13 0,12-6-6 15,-7 0-11-15,1 2-13 0,0 3 10 0,-1-1-5 16,0-1 4-16,-2 3-13 0,2-1-12 0,-2 1-11 16,3 1-7-16,-3 0-8 0,-6 0-2 15,13 0-15-15,-3 0 11 0,16 14-7 0,-13-6-6 16,-5-2-20-16,-2-1-5 0,-1 2 1 0,-2 0-7 15,0-1-4-15,0 0 0 0,-3 1 25 16,1-2 7-16,-1-5 20 0,0 6-32 0,0 2 10 16,-11 17-8-16,2-11 1 0,1 4 3 0,-2-2-8 15,-2 2-14-15,0-5-18 0,-2 1 14 16,2-1 6-16,0-1-14 0,-1 2 0 0,0-5 9 16,4 3-2-16,-1-1 10 0,1 0-9 0,1-7-4 15,4 0 2-15,-1 1 4 0,2-3-2 16,0-1-2-16,1 2-16 0,0-1 21 0,0 0-18 15,1 0 4-15,0 1-14 0,1-3 11 16,0 0 4-16,0 0 5 0,2 3 8 0,4-3-2 16,-4 0 7-16,3 0 8 0,4-2-9 0,-2 2 2 15,13 3 7-15,-10-3-14 0,4 0-7 16,5 0-35-16,11-14-38 0,-21 14-42 0,7 0 9 16,0 0-128-16,3 0-73 0,-2 0 25 0,12-11-302 15,-18 8 55-15,4-4 34 0,-4 2 38 16,3-1 13-16,-4 2 47 0,1-1 36 0,1-1 13 15,4-3 23-15,2 5 5 0</inkml:trace>
  <inkml:trace contextRef="#ctx0" brushRef="#br0" timeOffset="35999.94">24139 4534 242 0,'0'0'376'0,"0"0"-47"0,0 1-42 0,1-1-16 0,0 0 8 0,2 0-12 0,-2-1-34 15,2-1 6-15,2 1-9 0,9-5-34 0,-1 5-17 16,2-4-21-16,3 0-19 0,0 1-23 0,2 0-12 15,1 2-82-15,3 0-47 0,-5-2-44 16,2 0-66-16,-2 3 13 0,-1 1-268 0,-11 0 30 16,2 0 28-16,1 0 23 0,-1 0 23 15,-2 0 20-15,2 0 21 0,-4 0-94 0,1 0 52 16</inkml:trace>
  <inkml:trace contextRef="#ctx0" brushRef="#br0" timeOffset="36416.33">24699 4309 727 0,'1'-2'293'0,"-1"2"-37"0,0 3 14 0,1 1-34 15,2 16-4-15,-3-8-8 0,0 6 6 0,0 9-26 16,0 5 21-16,0 0-24 0,0 6-4 15,0 4-27-15,0 4 2 0,-13 54-18 0,8-46-5 16,-3 5-29-16,2-3 4 0,-3-1-21 16,2-3 1-16,1-9-19 0,0-4-13 0,2-1-58 15,0-6-1-15,-1-2-84 0,5-3-45 16,0-11-49-16,-2-5-51 0,0-6 19 0,-1-5-188 16,3 0-80-16,0 0 46 0,-5-14 3 0,4 7 44 15,4-12 20-15,-3 10 24 0,0-8 15 0,0-6-16 16</inkml:trace>
  <inkml:trace contextRef="#ctx0" brushRef="#br0" timeOffset="37217.19">24753 4303 430 0,'2'-4'242'0,"0"1"-29"16,0-1-10-16,-1 3-3 0,3 0-7 0,-4 1-11 15,4 0-15-15,-3 1-20 0,3 0 1 16,-3 2 2-16,3 1-4 0,-3 1-6 0,0 1 6 15,2 0-9-15,-2 13-12 0,2 3 8 0,-3-2-14 16,0-10-9-16,0 7-16 0,0 6 8 16,0-1-9-16,0 3 8 0,0-1-12 0,-14 27 17 15,14-26-8-15,-3 0-11 0,3-13-7 0,0 7-9 16,0 3-15-16,0-1-7 0,0-1-11 0,0 1 11 16,0-3 0-16,0 0-8 0,0-1 0 15,13 15-16-15,-9-22-11 0,-2 1 13 0,2-6-18 16,1 2 2-16,1-5-6 0,0 1 3 0,-1-1-12 15,0 0 2-15,-5-2 2 0,13 0 9 16,12-12-1-16,-11 8 7 0,4-1-13 0,-6-1-9 16,3-1 20-16,0 0-27 0,0-1 5 0,0-2 11 15,-4 2-18-15,2-2-1 0,0-1 3 0,-1 1 12 16,-2-1-3-16,0 0 10 0,-6 0-12 16,5-1-5-16,-3-4 29 0,3 3-27 0,-4-3 1 15,3 2 19-15,-4-1 15 0,1-3-20 16,0 1-7-16,0-1 4 0,-1 3 3 0,1-2-4 15,1-2 21-15,-2 2-3 0,0-2-2 0,1-1-38 16,0 5 21-16,-2-3 9 0,2 1-2 16,-4 5 0-16,1 0-6 0,-1 4 13 0,1 1-6 15,-2 2-8-15,3-1-22 0,-3 3 19 0,0-1 19 16,1 2-11-16,2-1-11 0,-3 1-11 0,0 1 33 16,0-3-3-16,0 0 1 0,2 3 5 0,-1 0-5 15,-1-1 3-15,2 2-19 0,-2 0 17 16,1 0 3-16,-1 0 7 0,0 0 4 0,0 8-6 15,1-3 14-15,-1 2-3 0,0 0 12 0,2 14 6 16,-2-11 3-16,0 6-4 0,0 4-1 16,0 2 2-16,0 3 5 0,0 0 0 0,-12 28 6 15,11-28-3-15,0 0-2 0,-1 0-8 0,0 3-10 16,2-7 10-16,0-1-19 0,0 0 9 16,0-12-14-16,0 1-10 0,0 3-16 0,0-2-15 15,0-2-37-15,0-1-70 0,0 1 13 0,0-8-106 16,0 7-72-16,0-1 28 0,0-6-181 0,0 8-109 15,-9 7 46-15,6-10 42 0,1-3 33 16,0 4 29-16,1-5 16 0,1 2 28 0,0-3 22 16,0 0 10-16,0 0-6 0</inkml:trace>
  <inkml:trace contextRef="#ctx0" brushRef="#br0" timeOffset="37668.87">25308 4709 413 0,'3'-4'270'0,"1"2"-25"0,-2-3-3 0,2 0-33 0,-1 3 7 0,1-4-22 16,1 2-15-16,5-4-30 0,-4 2-7 0,7-3 1 16,-7 1-13-16,-2 6-26 0,3-3 11 0,-2 1-4 15,0 0-8-15,0 0 15 0,0 3-17 0,-1-2 3 16,0 1-20-16,1 1 9 0,-4 1 5 0,2 0-6 15,-3 0-11-15,0 0-1 0,0 0 14 16,9 0-13-16,1 11 2 0,-10-4-3 0,3-2-1 16,-3 0 1-16,0 2-21 0,0 0 7 0,0 1 13 15,0 3-13-15,-13 20 4 0,9-19-4 0,-2 2 7 16,0 1-19-16,1-6 14 0,0 5-3 16,0-1 4-16,0-3-12 0,0 5-5 0,-2-2-5 15,2-5-8-15,1 1-5 0,1-3 2 0,0 0-4 16,-1 0-13-16,3 0 6 0,0-4 5 0,0 1 0 15,1-1-23-15,0 1 6 0,0-3-3 16,0 0 6-16,0 0-2 0,0 0-5 0,11 7 10 16,-5-7-12-16,2 2-1 0,11-4-4 0,-11 2-20 15,16-8-73-15,-10 6 8 0,0 1-81 16,-3 0-51-16,-4-1-28 0,11 0-59 0,-6-1 31 16,3-3-230-16,-6 1 26 0,-5 1 20 15,1-1 33-15,-1 0 28 0,-1-1 26 0,0 1 24 16,0-1 18-16,3-13 11 0</inkml:trace>
  <inkml:trace contextRef="#ctx0" brushRef="#br0" timeOffset="38183.46">25532 4043 768 0,'0'0'243'0,"3"3"-4"0,-2-1 1 0,3 2-14 0,1-3-6 0,6 12-21 0,1-3-8 16,2 5-25-16,-5-4 11 0,6 1-23 16,-1 0-7-16,2 3-3 0,2-1-16 0,1-1-13 15,-3 3 7-15,0 0-10 0,2 2-2 0,-2 0 2 16,-2 1-25-16,-1 0-6 0,0-1-3 16,-1 4-4-16,-2 1-12 0,1 0-16 0,-3 2 28 15,1 0-27-15,-2 2-9 0,-1 0 2 0,-3 3 3 16,1 0 13-16,-1-1-23 0,-3 2 13 0,0-15-11 15,0 7-8-15,0 3 12 0,0 2 1 16,-16 30-9-16,11-32 0 0,-4 2 2 0,0-3 4 16,0 3-13-16,2-2 14 0,-1-3-16 0,2-6-3 15,1 0-8-15,1 0-4 0,0-7-21 16,0-1 0-16,3 0-106 0,-3-6-41 0,4 1-35 16,-2-2-50-16,2-2 23 0,0 0 20 15,0 0 19-15,0 0-313 0,-7-13 33 0,5 6 32 16,0 1 29-16,1-12 25 0,0-3 16 0,1 6 14 15,0 15 27-15</inkml:trace>
  <inkml:trace contextRef="#ctx0" brushRef="#br0" timeOffset="39633.33">26018 3980 232 0,'-15'0'377'0,"15"0"-46"0,0 0-5 0,0 0-57 0,0 0-6 0,0 0-13 0,0-13-10 16,0 13-36-16,0 0-9 0,0 0-20 0,0 0-10 16,0 0-19-16,0 0 1 0,0 0-15 15,0 0-15-15,-14-26-11 0,16 25-12 0,3-2-20 16,-1 2 2-16,1 0-7 0,1 0-10 0,2-1-4 16,-3 4 2-16,3-4-11 0,0 2 10 15,3 0 5-15,-2 0-15 0,0 0 9 0,13 9-10 16,-16-1-13-16,-1-1 8 0,0 8 8 15,-3-4-23-15,-1 2 30 0,-1-5-8 16,0-8 7-16,0 14-8 0,0 1-19 0,-18 17 12 16,9-19-13-16,3 1 14 0,-2 0 2 0,-1-2-4 15,4-3 7-15,1-3-10 0,0-1 6 0,3 0 0 16,-3-1-9-16,3 2-7 0,-3-4 0 16,2 1 4-16,0 0-9 0,1-2-3 0,1 2-7 15,-2-1 0-15,0-1-2 0,2 0 0 0,0-1 1 16,0 0 3-16,0 0-9 0,0 0 7 15,0 0-25-15,12 3-9 0,-7 0-19 0,1-4-29 16,1 2 6-16,-1-1-101 0,2 0-55 0,-1 0-42 16,-7 0 28-16,5 0-179 0,3 0 35 0,-3 0 30 15,-5 0-111-15,9 0 35 0,-1 0 17 16,-8 0 24-16,8 0 29 0,-1 0 14 0,-7 0 51 16</inkml:trace>
  <inkml:trace contextRef="#ctx0" brushRef="#br0" timeOffset="40534.19">26359 3785 507 0,'0'1'280'0,"0"-1"-22"0,3 0-4 0,-2 1-3 0,2-1-34 0,-1 1-17 0,2 0-1 16,1 1-12-16,2-2-21 0,9 5-7 0,-2-5-17 15,4 4-11-15,-5-4-19 0,2 0 0 0,3 0-10 16,0 2-24-16,3-1 10 0,-9-1-6 16,6 2-4-16,-1 0-17 0,-6 0-4 0,-2 0-5 15,1 0-15-15,-3-2 19 0,-1 3-4 0,-2-2-8 16,3 0 12-16,-3 2 11 0,0 1-7 16,0-2-9-16,-1 1 9 0,-1 1 9 0,2-1-2 15,-2 2-16-15,1-2 24 0,-1 2-8 0,0 1 1 16,2 10 2-16,0-3-12 0,-2-3 19 0,0 0-7 15,-1 1-12-15,-1-2-10 0,0 0 5 16,0 0 9-16,0 8-11 0,0 2 3 0,0 2 4 16,0-2 3-16,0 4-14 0,0-1 4 15,0-1 7-15,0-1-11 0,0 1-1 0,0 1 7 16,0-3-3-16,0 1 0 0,0 2-13 16,0-1-6-16,10 19 2 0,-10-19 10 0,3 2 0 15,-1-1-8-15,-2 2 5 0,4 0-7 0,-2-1-14 16,0-1 0-16,-1-1 13 0,4 0 0 0,-3 1 3 15,0-4-9-15,-2-9-4 0,0 3-5 0,0 5 14 16,0-2-22-16,0-2 14 0,9 13-2 16,-6-15 6-16,-3-2-9 0,2-1-2 0,-2 1-15 15,0-1 12-15,0-8-9 0,0 6-1 0,0 0-8 16,0 7 12-16,0-1 4 0,0 2-15 16,0 0 6-16,0 0 15 0,-11 19-6 0,11-20-11 15,-1-4 1-15,1 2-6 0,-2-1-2 0,2-3 17 16,-1 1-8-16,1-1-3 0,0 0 10 15,0 2-1-15,-3 8-14 0,-2-1 12 0,5-8 1 16,0 4-1-16,0-3-4 0,0 1 15 0,0-1-10 16,0-2 8-16,0-1-21 0,0 1-7 0,0-7 17 15,0 7-11-15,0 1 7 0,-9 3 7 16,7-5-17-16,-1 1 5 0,2-4 14 0,-7 11 5 16,3-2-18-16,-4 1 10 0,0-1-10 0,2 0 9 15,-2-2-5-15,0 0 0 0,4-2-1 16,-4 2 4-16,-1 2 12 0,3-5-13 0,1-2 5 15,-1 2-11-15,1-2-5 0,-2-4 0 16,3 2-20-16,-1-1 13 0,-1 0-23 0,0-2-6 0,-1 0-18 16,0 0-20-16,8 0-43 0,-6 0 11 15,6 0-139-15,-26-13-69 0,15 6 30 0,3 2-281 16,2-2 5-16,-5-2 45 0,8 2 27 16,1-2 35-16,0 1 78 0,2 8 27 0,0-9 23 15,18-8-7-15,0 6 16 0,2-3 34 16</inkml:trace>
  <inkml:trace contextRef="#ctx0" brushRef="#br0" timeOffset="41132.61">27380 4428 752 0,'-4'0'362'0,"1"0"-36"0,2-1 4 0,-2 1-44 0,1 0 4 16,2 0-10-16,0-2-17 0,0 2-8 0,1 0-20 15,2-1-37-15,2 1-16 0,0-1-4 0,3-1-19 16,15 0-32-16,-4-3-12 0,3 1-22 0,-2 1-50 15,2 2-28-15,-1-1-2 0,0 1-120 16,-1 0-25-16,-11 1-54 0,5 0 18 0,-2 0-161 16,9 12-112-16,-15-8-17 0,-5 2 39 15,-1 0 28-15,-1 0 6 0,-1-1 21 16,2 4 18-16,-14 15 1 0</inkml:trace>
  <inkml:trace contextRef="#ctx0" brushRef="#br0" timeOffset="41317.35">27351 4678 237 0,'0'1'347'0,"0"0"-35"0,0-1-31 15,3 0-38-15,0 0-9 0,1 0-28 0,3 0-28 16,-2-1 0-16,3 1-22 0,12 2-22 16,-9-2-22-16,1 0-45 0,8 0-50 0,-1 0-59 15,-1 0-65-15,-1 0 9 0,0 0-248 0,-2 0-13 16,0-6 15-16,-1 6 26 0,0 0 13 15,-2 0-22-15</inkml:trace>
  <inkml:trace contextRef="#ctx0" brushRef="#br0" timeOffset="42066.4">28124 4093 368 0,'0'-2'315'0,"0"-2"-36"0,0 3-3 0,1 1-2 0,3 3 0 0,-2 0-2 0,10 12-14 0,-2 4-32 16,3 4 16-16,2-4-13 0,-2 6-7 0,2 5-3 16,-2 1-3-16,4 2-21 0,-2 6 5 15,3 2-18-15,0 1-24 0,-3-1-23 0,2 2-11 16,-2-4 2-16,2-1-29 0,-3-2 5 15,0-2-12-15,-4-3 2 0,2-3-10 0,-4-2 10 16,3-2-26-16,-3 0 6 0,-1 0-16 0,1-7 2 16,-1 0-5-16,0 0-9 0,-1-5-5 15,2 2-1-15,-7-4 4 0,2-3-10 0,-2-4 2 16,3 1 0-16,-4-2-3 0,1 1 0 0,-1-2-7 16,0-1-8-16,0 0 3 0,0 0 12 15,0 0-15-15,0 0-9 0,8-15 21 0,-4 0-19 16,-4-2 7-16,5-1-2 0,0-4-12 0,-4-4 11 15,0-5 10-15,2-1-27 0,1-1 7 16,-2-6 3-16,1-3-10 0,1-2-13 0,0 3-6 16,3-2 12-16,1 6 2 0,0 4-9 0,2 2-11 15,-1 0-5-15,0 3-1 0,-3 4-22 0,-1-3-22 16,4 8-46-16,-1 0 14 0,-2 5-98 0,-1 0-41 16,-1 4-39-16,4 3 28 0,-7 1-147 15,6 2 36-15,-6 1 31 0,3 1 29 0,-2 1 25 16,1 1-146-16,-3 0 31 0,0 0 25 15,0 0 50-15,24 14 21 0,-12-8-19 0,3 5 6 16</inkml:trace>
  <inkml:trace contextRef="#ctx0" brushRef="#br0" timeOffset="42699.95">29006 4453 519 0,'1'-5'316'0,"2"0"-37"0,-2-1-6 0,-1 1-5 0,0 0-9 0,0-1-14 16,0-1-27-16,0 2-6 0,-3 0-26 0,3 5 4 15,-7-19-8-15,-2 12-16 0,5 0-3 0,-4 2-23 16,0 3-13-16,2-2 3 0,-1 4-42 15,7 0 11-15,-12 0-10 0,-16 19-18 0,10-7-8 16,1 4 0-16,0 1-1 0,4 3 2 0,-3 2-16 16,5 2-10-16,-2 2 2 0,-1 2-13 15,5-2 28-15,0-1-30 0,1 3 20 0,5-1-16 16,1 4 17-16,2-18-8 0,13 25-15 16,-4-15 19-16,0-4-14 0,-3-2-8 0,6-3 7 15,2-5 1-15,-1 1-19 0,-1-5-8 16,1-2-2-16,1-3-10 0,-14 0 13 0,13 0-11 15,14-12 2-15,-12 6-9 0,-1-1 5 16,-5-2-10-16,4 0 2 0,-5 2-10 0,0-5 7 16,2 2 3-16,-4 0-24 0,3-3 1 0,-5-1 5 15,1-1 4-15,1 0-2 0,-1-3-1 16,1-2-16-16,-3-1 12 0,4-3-4 0,-1-2-2 16,-2-2-6-16,2 3 12 0,0 0 7 0,0 4 2 15,-1 2-10-15,3 2 15 0,-7-1 15 0,3 7 0 16,1 5 57-16,-2 2 33 0,-1 4-3 15,-2 0 20-15,9 18 10 0,0-2 17 0,-3 6 2 16,1 3 18-16,-2 5 11 0,-1 1 3 0,-1-2 4 16,1 1-39-16,0 3-2 0,0-2-8 15,4 1 0-15,-3-4-8 0,2 3-20 0,-1-4 5 16,-3 3-21-16,4-8-37 0,-5-3-45 0,2-1-53 16,-1-6-53-16,-1-4-37 0,5-2 16 15,-5-4-123-15,-2-2-44 0,0 0 26 0,0 0-170 16,9-11-91-16,-5-4 23 0,0-1 69 0,1-5 33 15,0-1 31-15,-1 0 27 0,1-1 24 0,-1-4-2 16,1-3 21-16,2 2 13 0</inkml:trace>
  <inkml:trace contextRef="#ctx0" brushRef="#br0" timeOffset="42999.87">29357 4604 731 0,'7'19'359'0,"-1"1"-16"0,-1 3-42 0,0 2 74 0,-2-2 10 0,2 2-14 0,-1-3-15 0,-1-1-43 16,0 1-23-16,0-6-15 0,-2-4-28 0,4-1-37 15,-1 3-1-15,1-11-12 0,-5 3-27 16,0-6-32-16,0 0-15 0,0 0 11 0,-4 7-34 16,4-8-8-16,0-3-3 0,-1 0-14 15,0-1-4-15,-1-1-17 0,2-12-3 0,0 7-1 16,-3-21-5-16,1 8-9 0,2 11-19 0,0-8-1 16,0-5-18-16,13-27-2 0,-6 27-13 15,0 0 2-15,2 0-2 0,0 2 1 0,4 0 0 16,-3 4-5-16,0 2-7 0,6 2-21 0,-2 4-20 15,1-2-26-15,2 5 7 0,3 3-109 0,-4-1-32 16,1 0-40-16,1 1-28 0,0 1 27 16,1 0-221-16,1 4 40 0,-1-3 34 0,0-1-39 15,-5 2 33-15,10 3 11 0,-1-1 26 0,0 1 56 16,6-3-10-16,0 3 26 0</inkml:trace>
  <inkml:trace contextRef="#ctx0" brushRef="#br0" timeOffset="43617.25">30236 4032 486 0,'2'-2'327'0,"-2"-1"-41"0,0 2 5 0,0 0-11 0,0-3-39 0,0 2 3 15,0 1-20-15,0-1-23 0,0 0-23 16,-1 0 9-16,0 0-11 0,-2 1-3 0,-1 2-7 16,-1 0-9-16,-6 5-27 0,0 3 12 0,-1 1-26 15,1 3-22-15,-4 4 17 0,0-1-25 0,2 4 12 16,0 3-12-16,2-2-4 0,-2 3-17 15,1 2 1-15,3 4 6 0,-3 1-6 0,3 4-9 16,2 5 5-16,-3 1-3 0,6 0-6 16,-1-1 11-16,3 1-9 0,0 1 7 15,2-1 0-15,0-24 8 0,0 11-5 0,11 34 17 16,0-26-14-16,-1-4-3 0,1-1 12 0,4-1-14 16,0-1 1-16,4-4 0 0,-2-4-26 0,-2 1-29 15,4-2-27-15,-3-2-13 0,0-3-41 16,-3-2-44-16,2-1 12 0,-2-2-113 0,-4-4-65 15,-5-2-43-15,2 0 28 0,-2-3-265 16,-1-1 44-16,-1 0 42 0,-2 0 39 0,0 0 34 16,0 0 28-16,8-11 23 0,-1-7 23 0,1 8 15 15,-4-4 2-15</inkml:trace>
  <inkml:trace contextRef="#ctx0" brushRef="#br0" timeOffset="43900.1">30459 4404 262 0,'4'-5'425'0,"-4"0"-66"0,4 1-45 16,-1 0-4-16,-1 3-40 0,2 1 47 16,0 2-1-16,7 10-16 0,1 3-20 0,1 5-19 15,-2 1-4-15,3 3-8 0,-1 2-3 0,-3 1-16 16,4 0-8-16,-5 4-17 0,4-3-31 15,-1 1-16-15,-1-1-13 0,2 1-11 0,-2-1-25 16,2-7-17-16,-4 3-49 0,1-2-52 16,-2-1-68-16,2-2 6 0,-5-3-162 0,0-11-96 15,-3 3 28-15,0-3-259 0,-2-4 27 0,0 0 58 16,0-1 48-16,0-5 30 0,-1 1 27 16,0-2-12-16,1 0 46 0,-4-11 20 0,4 7 39 15</inkml:trace>
  <inkml:trace contextRef="#ctx0" brushRef="#br0" timeOffset="44166.66">30816 4357 849 0,'3'-1'419'0,"-3"4"11"0,0 1-24 0,0 2-21 16,-8 11-20-16,-2 7-7 0,-3 1-25 0,-5 1 1 15,1 3-29-15,0 0-35 0,0 2 40 0,-2 0-26 16,-2 2-42-16,2 3-31 0,-1-2-20 16,-1 2-19-16,6-6-99 0,-3-1-58 0,3-3-72 15,2-2-71-15,3-3 13 0,-2 1-212 0,3-3 31 16,2-3-312-16,0 0 54 0,2-7 13 16,1-2 38-16,4-7 61 0,0 0 48 0,10 4 20 15,-4-4 18-15,14-5 48 0,4-1 13 0,1-3-79 16</inkml:trace>
  <inkml:trace contextRef="#ctx0" brushRef="#br0" timeOffset="44699.94">31019 4668 367 0,'0'-4'373'0,"0"0"-41"16,3 0-34-16,0 0-27 0,-2 0-38 0,3 0 8 16,-3 2-30-16,3-3-8 0,-2 2-20 15,2-1-17-15,8-3-19 0,-2 1-16 0,-2 0 32 16,-2 4-22-16,2 1-5 0,0-1 16 0,-1 2-27 15,-7 0-5-15,8 0-9 0,-8 0 2 0,14 0-8 16,13 15-12-16,-20-7 8 0,0 3-25 16,-2-1-1-16,-4 0-4 0,2-2-8 0,-3-1 4 15,0-7-1-15,0 14-14 0,-12 15-6 16,6-15 6-16,-5 4-3 0,2-4-4 0,-3-1 4 16,-1 3 5-16,3 0-9 0,-6-2 0 0,6 0 8 15,-2 1-9-15,2 0 8 0,4-5 0 0,-2 0-7 16,2-4-7-16,1 0 2 0,-2-2-7 15,5 1-6-15,-1-2 7 0,1 0 0 0,0 1-7 16,2-4 18-16,0 0 4 0,0 0 3 16,9 11-10-16,-1-9 16 0,7 6-23 0,4-8-3 15,1 3 6-15,-1-2-6 0,-4-1-17 16,-5 0-30-16,2 0-15 0,0 0-30 0,3 0-30 16,12-11-30-16,-18 11 11 0,0-1-138 0,-2 1-53 15,0-2 26-15,-3-2-176 0,-3 2-79 0,3-1 42 16,-4 0 36-16,4-1 6 0,-4-2 38 0,1-1 27 15,0 0 4-15,3-12 23 0,-4-2 27 16,6-1 8-16</inkml:trace>
  <inkml:trace contextRef="#ctx0" brushRef="#br0" timeOffset="46616.37">31567 3367 451 0,'0'0'241'0,"0"-14"-7"0,0 14-24 15,0 0-19-15,0 0-2 0,0 0 6 0,11 0-16 16,-11 0-26-16,0 0 9 0,0 0-15 0,24-16-7 16,-21 16-3-16,0-2-10 0,3 2 2 15,-2-1 1-15,1 1-12 0,-1 0 2 0,1 0-7 16,-5 0-3-16,0 0-10 0,6 0 11 0,-6 0-12 16,10 0 2-16,-3 0-9 0,-1 0 3 0,2 0 4 15,14 12-2-15,-6-5-17 0,-2-2 4 16,0 1-2-16,-2-2-6 0,2 2-6 0,1 1-16 15,-2 0 4-15,1 1 9 0,-2 2-4 0,-1-2 5 16,2 3-5-16,1 0 1 0,-4-2-13 16,2 5 11-16,-3-2-11 0,2 3 4 15,1-2 9-15,-5 1-9 0,-1 0-6 0,5 0 5 16,-7-3-9-16,5 4 5 0,-3 0 0 0,4-1-18 16,-3-4 2-16,-2 6-11 0,0-3 24 15,5-2-23-15,-5 3 3 0,-2-6-5 0,1 1 4 16,2 3 6-16,-2 0 2 0,-3-3-2 0,2-1-1 15,-1-1-9-15,1-1-10 0,1 11 24 0,-4-6-12 16,0-1-3-16,0 0-4 0,0-3-10 0,2-1 5 16,-2 2 1-16,3-3-6 0,1 11-9 15,-2-5 25-15,0-3-22 0,-2 1 3 0,1-3-7 16,-1-6 17-16,0 0 1 0,0 8 14 0,0-2-27 16,0 1 12-16,0 1-8 0,0-4-3 15,0-4-4-15,0 10 24 0,0-3-3 0,0 0-9 16,0-1-2-16,0-6-11 0,0 9 2 15,0-1 0-15,0-2-5 0,0 5 3 0,0 1 10 16,0 0-14-16,0-3 23 0,0-2-9 0,-9 10-1 16,9-12 9-16,-1 0-26 0,-1 2 18 0,2-2-4 15,0 1-6-15,0 0-3 0,-1 1 25 16,0-2-10-16,1 2-16 0,-2-1 3 0,-1 11-10 16,-1-6 21-16,1-2-2 0,3 0-5 0,-1-2-10 15,1-7 3-15,0 8 14 0,0-2-13 16,0 5 9-16,-10 11-14 0,8-11 3 0,2-11 4 15,0 7 9-15,0 0-1 0,0 0-17 0,0 0 11 16,0 6 10-16,-10 12 2 0,8-10-8 0,-3-4 11 16,3 0-28-16,2-2 9 0,-2-1 4 15,-1-1 7-15,2 0-1 0,-2-1-6 16,2 0 5-16,-3 10-7 0,0-1 9 0,2-4 0 16,-2-1-21-16,0-1 12 0,2-1 11 0,-1 0 10 15,-2 10-21-15,1-7 2 0,0 6 7 0,0-8 2 16,2 0-7-16,-1 0 10 0,-4 6-1 15,3-6-15-15,1 1 13 0,1-3-4 16,-1 1 6-16,1-2-2 0,-1 1-14 0,2-1 0 16,-1-1 11-16,0 0-5 0,-4 9 7 0,2-6 7 15,1 1-10-15,-1-1 11 0,2-1-11 16,-1-1-8-16,1 0-2 0,-2 0 10 0,4 0 5 16,-8 7-8-16,6-4 12 0,-4 0-6 15,3-3-2-15,0 2 16 0,-1-2-21 0,-2 6 11 16,2 0-2-16,-2-3-4 0,3 0 9 0,-1-4-20 15,2 2 32-15,0 0-15 0,-2 7-5 16,-1-2 0-16,1 4 11 0,0-6-3 0,1 1 3 16,-1-2 10-16,2-2-17 0,-1 2-7 0,2-3 25 15,-2 0-9-15,-2 8-17 0,2-3 18 16,1-1-1-16,-3-1-3 0,4-3-2 0,-2 2-4 16,2-3 3-16,-2 1 9 0,2-1-17 0,-2 0-2 15,2-1-25-15,0 1-30 0,-1-3-33 16,0 2-29-16,2-2-12 0,-3-1-40 0,1 2 16 15,2 0-145-15,-4-2-51 0,-1 1 30 0,0-1-172 16,1-1-103-16,-1 1 64 0,-2-1 31 0,2 1 30 16,-2 0 67-16,-14 2 12 0,7-1 17 15,-4 2 22-15,0 3 35 0,3-4-10 0</inkml:trace>
  <inkml:trace contextRef="#ctx0" brushRef="#br0" timeOffset="51683.37">21160 5792 442 0,'15'0'116'0,"-15"0"11"0,0-13 1 0,0 13 10 0,0 0-6 0,0 0-4 0,0 0 7 16,0 0 4-16,0 0 6 0,0 0-12 0,0 0 3 16,0-13 3-16,22-1-11 0,-22 12 6 15,0 1-12-15,0 1-11 0,-3-2 10 0,1 1-5 16,0 0-18-16,0-1 23 0,-2 1-32 15,1 1 19-15,0-1-14 0,-4 0-15 0,2 1 5 16,1 0 6-16,-1 0 2 0,-3 1-9 16,3-1 17-16,5 0 6 0,-7 0-19 0,-5 0 1 15,-12 11-13-15,12-6-2 0,-4 3-8 0,2-1 18 16,4 2-19-16,-3 2-12 0,1-1-14 16,-3 2 16-16,3-1 11 0,0 2-15 0,-1 1 10 15,-1-1 1-15,-2 2-15 0,5 1 19 0,-2 1-11 16,-2 0-2-16,1 0-12 0,1 2 12 0,0 1-5 15,2-2 2-15,-2 0 6 0,0 1-5 16,3 3-13-16,1-6-2 0,-1 5 5 0,-1 0-12 16,4 2 4-16,-2-3-9 0,1 2 0 0,2-2-3 15,2 4-3-15,-1 0 2 0,-3 0-7 16,3-2 7-16,1 3-9 0,2-3-2 0,0 3 15 16,1-2-18-16,0 2 4 0,1-2-8 0,0-2-1 15,0-8 8-15,0 1-7 0,0 5 7 16,13 17-2-16,-7-14 4 0,-2-5-5 0,5 1-3 15,-4-3-2-15,3 2 0 0,2-2-2 0,-1-4 4 16,2 1-4-16,1 0 2 0,-3-3-7 0,6-1-11 16,-2-1-11-16,0-1-10 0,-1-3-22 0,0-3-14 15,-3 2-25-15,2-2 11 0,-2 2-102 16,0-2-18-16,0 0-35 0,3 0-28 0,16-12 27 16,-13 8-197-16,0-2-48 0,-2 0 35 15,0-2 47-15,-1 1 8 0,0-1 24 0,1 0 28 16,-1-1 20-16,3-2 11 0,-2 0 18 0</inkml:trace>
  <inkml:trace contextRef="#ctx0" brushRef="#br0" timeOffset="52199.83">21414 6283 529 0,'-6'-13'300'0,"2"3"-24"15,-3 4-20-15,2-1 13 0,-1 4-46 0,2-1 2 0,-2 2-18 0,3 0-4 0,-2-1-28 0,1 0-3 16,-3 2-15-16,0 1-9 0,1 0-16 16,6 0-13-16,-12 0-14 0,1 0 23 0,-1 0-6 15,-7 12-6-15,9-1-5 0,-2-4 1 0,-2 4-19 16,3 5-1-16,-1 0 9 0,1 0-14 0,4 2-7 15,1 6 0-15,-2-1 1 0,3 2-25 16,3 0-15-16,-1 1 12 0,3-14-3 0,0 8-12 16,0 3-2-16,0-1 0 0,12 24-7 15,-1-25 1-15,-1-3-1 0,7 2-20 0,-2-3 9 16,2-2-3-16,-3 0 7 0,4-3-3 0,0-2-7 16,1-2-11-16,1-3-13 0,-2 0 15 0,1-5 5 15,-10 0 1-15,5 0-21 0,17-11 7 16,-13 1 2-16,-3 0 6 0,0-1-1 0,-3-2 4 15,1 0-8-15,-3-4 2 0,-3 1-2 0,0-4 8 16,-2-1-9-16,-2-1 14 0,-3 10-14 16,0-7 0-16,0-3-4 0,-16-26 0 0,8 21 0 15,-3 4 0-15,-1-1-13 0,-1 3-22 0,0 0 19 16,0 4-17-16,2 5 6 0,-3 0-27 16,2 2-28-16,3 4-22 0,1 2-42 0,1 1-29 15,2-1-55-15,1 4 21 0,1-1-155 0,1 1-87 16,1 0 34-16,-1 0 30 0,4 0-14 15,-1 1 44-15,1 1 26 0,1 2 17 0,1-1 25 16</inkml:trace>
  <inkml:trace contextRef="#ctx0" brushRef="#br0" timeOffset="52866.53">21739 6241 613 0,'0'-5'308'0,"-1"0"-1"0,-2 2-34 0,3-3-4 0,0 2-21 15,0 0-31-15,0 0-25 0,-1-1-22 0,-1 4 63 16,2-3-9-16,0 0-10 0,0 2-15 15,0 2-15-15,0 0-7 0,0 0-15 0,0 0-6 16,0 0-17-16,0 0-4 0,0 0-10 0,0-6-6 16,0 6 3-16,-2-7-15 0,2 10-1 0,1-2-7 15,-2 0-2-15,2-1-8 0,-1 2-14 0,3-1 3 16,-2 0 11-16,-1 0-10 0,0 2-6 16,3-2 13-16,-2 1-13 0,-1 3 10 0,2-3-4 15,0 1-1-15,-1 3-7 0,0-2-13 0,7 9 8 16,-2-3-13-16,1 4 9 0,0 2-5 15,1 0-20-15,1 4 6 0,0-3 20 0,3 0-13 16,-1 3-1-16,-2-2-11 0,1 0-4 16,2 4 27-16,-3-1-12 0,1 1-10 0,0-3 8 15,2 3-15-15,-6-2 5 0,3 2 4 0,-3-2-10 16,1 1-11-16,-1 0 0 0,-2 1 4 16,0 0 0-16,-2-4-8 0,2 3 11 0,1-3-20 15,-1-1 17-15,-4-5-20 0,1-1 6 16,2-2 5-16,-3-4 1 0,2 2-13 0,1-3-1 15,-3 1-7-15,0-3 20 0,1 1-10 0,-1-1 2 16,2-1-7-16,-2-1-5 0,0 0 8 0,0 0-5 16,0 0-8-16,5-15 1 0,0-1 1 15,1-2-36-15,-1-1-6 0,3-5-15 0,0-1 8 16,-1 1-25-16,4-3-12 0,0-4 3 0,6 2-9 16,-4 0 8-16,2-2-18 0,-1 4-19 15,1 1-15-15,-2 2-20 0,0 1 15 0,-3 4-47 16,2-3-18-16,0 2-20 0,-3 2-30 0,-2 4-21 15,-1-1-12-15,2 3 31 0,-6 0-152 16,0 4-78-16,0 3 32 0,1-3 33 0,-3 3 29 16,1 0 17-16,-1 0 50 0,1 1 14 0,2-3 4 15,-2 2 30-15</inkml:trace>
  <inkml:trace contextRef="#ctx0" brushRef="#br0" timeOffset="53982.69">22734 5806 413 0,'12'0'272'0,"-12"0"-33"0,0 0-19 0,0 0 1 0,0 0-6 0,0 0 3 16,0 0-18-16,0 0 14 0,0 0-28 0,0 0-11 15,0 0-1-15,-6-11-20 0,-7 18 19 16,2 1-19-16,-2 2-16 0,1-2 2 0,-3 4-12 15,2 1-23-15,-1 1-2 0,1-1-4 0,-1 2-1 16,0 1-6-16,-1 0-10 0,0 2 11 16,2 1-13-16,-4 0-11 0,6 2 8 0,-5 1-16 15,3 1-9-15,3 0 26 0,-2 2-22 0,1 0-16 16,2 0 12-16,3 1 7 0,-2 1-4 0,1 0-29 16,-1 0-2-16,4 0 14 0,0 1-22 0,3 1 14 15,1-3-7-15,-3 5 5 0,3-17-2 16,0 6-3-16,0 4 2 0,14 26-12 0,-7-25 1 15,-2 1-11-15,3-1 16 0,3 0-7 16,-3-1-2-16,1 0 0 0,2-3 2 0,-2 0-6 16,0 0 4-16,0 0-6 0,4-1 2 15,-3-3-1-15,-1-1-6 0,1 2 11 0,-1-3 0 16,-2-2 3-16,3 1-22 0,-4-4 12 16,-2-2 0-16,1-1-16 0,-2-2-32 0,1 0-8 15,0-3-11-15,-1 3 5 0,1-2-39 0,-1 0-22 16,-1 1-27-16,1-3-33 0,-2-1-30 15,2 2 21-15,-3-2-155 0,0 0-97 0,0 0 35 16,0 0 31-16,0 0-25 0,6-11 19 0,-6 4 7 16,1 2 22-16,3-9 48 0,1-2-12 0</inkml:trace>
  <inkml:trace contextRef="#ctx0" brushRef="#br0" timeOffset="54350.23">22792 6227 642 0,'0'-5'263'0,"0"3"-13"0,0-2 13 16,2 2-42-16,-2 1-6 0,2 1-30 0,-2 4-12 0,2-1 7 0,1 2 6 15,10 13-2-15,-7-1-23 0,2 6-17 16,-1 3 49-16,3-1-5 0,0 2-6 0,0 7-9 16,3 0 6-16,-3 2-19 0,2 1 3 0,-1-1 0 15,3 3-5-15,0-3-10 0,-3-3-25 16,3 0-11-16,-3-3-8 0,-2-4-15 0,5-1-18 16,-2-1-37-16,0 0-37 0,-3-5-38 15,0-3 4-15,-1-2-88 0,-2-6-55 0,-6-5-48 16,3 0-39-16,-3-2 26 0,-3-2-191 0,0-2-75 15,-2-1 43-15,1 0 37 0,-3-5 42 16,-2-4 8-16,2 3 19 0,-4 0 30 0,1-5 27 16,6 6 28-16</inkml:trace>
  <inkml:trace contextRef="#ctx0" brushRef="#br0" timeOffset="54616.34">22760 6608 610 0,'0'-1'319'0,"0"0"-16"0,-1-1-22 0,2 1-18 16,-1-3-3-16,2 1-7 0,0 0-31 0,-2-1-5 15,9-7-9-15,3-4-7 0,-2-2-46 16,4-1 5-16,1-2-54 0,2 1 4 0,-2-2-9 15,2 2 8-15,1-2-47 0,2-1-7 0,3 0-73 16,-1-1-64-16,0 1-46 0,-3 1-75 0,3-1 18 16,-3 1-246-16,1 2 30 0,-4-2 30 15,1 2-5-15,-4 3 14 0,-1 1 14 0,-2 3 22 16,-4 6-2-16</inkml:trace>
  <inkml:trace contextRef="#ctx0" brushRef="#br0" timeOffset="55166.85">23342 6567 256 0,'1'1'383'0,"-1"-1"-41"0,0 3-32 0,0 3-32 0,0 1-14 0,0-1-1 16,-5 17-20-16,0-1-18 0,-4 0-27 16,3 0-23-16,-1-3-13 0,0 1-8 0,-2-2-17 15,2 0-15-15,2-4-75 0,1 0-57 0,2-8-46 16,-2 1-57-16,1 0 11 0,3-2-149 16,-2-2-120-16,0 1 28 0,2-4 26 0,0 0-43 15,0 0 18-15,0-5 34 0,3 0 10 0,-2 2-10 16</inkml:trace>
  <inkml:trace contextRef="#ctx0" brushRef="#br0" timeOffset="56432.49">23988 5802 616 0,'1'0'255'0,"0"-2"-24"0,1 1-21 0,0 2-8 15,1-1-31-15,1 0-3 0,-1 2-1 0,5 1-7 0,5 1-13 16,2 3 12-16,1 2-9 0,1 1-25 0,0 1 6 16,3 2-12-16,-1 4 5 0,0-2-18 0,-2 4 8 15,-1 3-13-15,2 1 15 0,-4 1-6 16,1 2 9-16,-3 2-13 0,3 2-21 0,-5 0-18 16,2 5 1-16,-2-2 3 0,-1 2-8 15,-1 0-13-15,-5 2-1 0,0 1-17 0,-2 0 23 16,-1-19-35-16,0 9 17 0,0 8-4 0,-11 40 9 15,-1-35 16-15,3 1-4 0,-1 1 20 16,-2 1-6-16,1-3 4 0,-1-2-17 0,1-2 6 16,1-4-3-16,1-2-3 0,0-2-20 0,-1-6-6 15,3 2-11-15,0-2-30 0,-1-6-56 16,2 2 6-16,6-10-89 0,-4-4-20 0,0-1-44 16,3-1 21-16,1-3-148 0,0 0-120 0,0 0-21 15,0 0 51-15,-9-15 17 0,7 12 27 0,0-4 23 16,-1 4 28-16,0-3 57 0,3 3-29 15</inkml:trace>
  <inkml:trace contextRef="#ctx0" brushRef="#br0" timeOffset="57849.84">24705 6368 465 0,'0'-12'383'0,"0"12"-22"0,0 0-21 0,0 0-44 0,0 0 48 16,0 0-29-16,0 0-22 0,0 0-30 0,0 0-30 15,0 0-24-15,0 0-26 0,0 0-2 16,0 0 0-16,0 0-21 0,0 0-19 0,0 0-13 16,8-12-21-16,11 9-2 0,-14 3-9 0,9 0-36 15,19-6-45-15,-13 2-6 0,0 2-43 16,0 2 5-16,-2-1-123 0,-5 1-37 0,-13 0-30 15,10 0 19-15,-1 0-157 0,-9 0-85 16,14 11-9-16,-14-6 19 0,0-3 28 0,-1 4 25 16,-2-2 25-16,-4 7 16 0,-2-5 34 0</inkml:trace>
  <inkml:trace contextRef="#ctx0" brushRef="#br0" timeOffset="58067.17">24713 6517 917 0,'-4'1'323'0,"1"1"-6"0,1-2-20 0,-1 1-36 16,3 0-33-16,-1-1-27 0,1 2 36 15,1-2 10-15,2 1-43 0,-1-1-24 0,5 2-6 16,-1-2-29-16,-1 0-19 0,3 0-25 0,0-2-47 16,3 2-6-16,4 0-108 0,4 0-53 15,-3 0-73-15,2 0 16 0,-3 0-262 0,0 0 34 16,-4 0 28-16,-1 0-36 0,-1 0 47 0,0 0 19 15,-1 0 7-15,0 0 35 0</inkml:trace>
  <inkml:trace contextRef="#ctx0" brushRef="#br0" timeOffset="58616.92">25376 6054 823 0,'1'1'293'0,"2"3"-24"0,-2 2-6 0,4 17 8 0,2 3-13 0,-6 6-33 0,4 1-24 0,-1 2-24 16,-3 7 49-16,3 5-3 0,-4 3 11 16,4 1-23-16,-4-2-10 0,0 0-21 0,0-27-12 15,0 11-17-15,0 1-19 0,0 3-1 16,0-4-31-16,0 0-26 0,0-2-41 0,0-4-50 15,0-4 2-15,0-4-123 0,0-5-29 0,0-5-36 16,0-9-20-16,0 6 20 0,-4-2-122 16,2-8-73-16,2-1-55 0,-3-2 40 0,-1-10 8 15,2-3 60-15,-5-2-13 0,6-1 16 0,1-3 7 16</inkml:trace>
  <inkml:trace contextRef="#ctx0" brushRef="#br0" timeOffset="58966.48">25374 6154 610 0,'1'-13'230'16,"-1"5"-4"-16,2 1-21 0,-2 1 17 0,3 0-5 15,-3 3-10-15,1-3-19 0,-1 6 2 0,0 0-33 16,3-8-13-16,-2 4-9 0,0 2-4 15,-1 1-11-15,3 0-5 0,-2 0-15 0,3-4 10 16,-1 3-16-16,-1 0-1 0,2-4 7 0,9 0-24 16,-2-1-10-16,0 1-5 0,3-2-6 0,4 2-8 15,-2 4 11-15,2-3-14 0,1 1-4 16,0 4-4-16,3-2 2 0,-13 2-8 0,5 0-9 16,4 0 0-16,2 0-26 0,2 0-7 15,-1 0-40-15,0 0-26 0,1 0-26 0,0 0-37 16,-4 0-36-16,-3 0 17 0,-1 0-87 0,-5 0-59 15,0 0-82-15,-9 0 29 0,6 7 23 0,-6-7-20 16,8 12 26-16,-10-8 13 0,-5 7-3 16</inkml:trace>
  <inkml:trace contextRef="#ctx0" brushRef="#br0" timeOffset="59216.84">25397 6372 232 0,'-3'5'341'0,"3"-3"-32"0,3-1-13 0,-1 0-36 16,2 3 18-16,2-3-9 0,13 1-31 15,1-2 38-15,2 1-45 0,0 0 2 0,4 0-32 16,-14-1-27-16,8 0 1 0,2 0-31 16,0 0-55-16,0 0-9 0,0 0-7 0,0 0-75 15,-3 0-50-15,-3 0-19 0,-2 0-32 0,-4 0-41 16,5 15 14-16,-10-11-134 0,-5-1-60 0,0 2-75 15,-2-2 9-15,-5 11 21 0,-2 0 21 16,-2 0 7-16,-4 1 33 0,-1 1 2 16</inkml:trace>
  <inkml:trace contextRef="#ctx0" brushRef="#br0" timeOffset="59383.59">25450 6738 570 0,'-3'7'331'15,"5"0"-41"-15,2-5 27 0,2 2-27 0,2-4-9 16,0 0-30-16,13-1-28 0,-10 1 14 0,6 0-10 15,1 0-23-15,4 0-33 0,23-10-36 16,-26 8-34-16,4-2-11 0,-4 2-101 0,0 1-56 16,1-1-62-16,-5 0-59 0,0 0 18 0,-2-1-288 15,-4 2 50-15,-1 0 7 0,-2-2 41 16,-1 1 58-16,-1 0-17 0,1 0 12 0</inkml:trace>
  <inkml:trace contextRef="#ctx0" brushRef="#br0" timeOffset="61949.91">26476 5661 767 0,'0'0'244'0,"0"-12"-14"0,0 12-16 0,0 0-2 0,11 0 0 0,-11-13 6 16,15-3-46-16,-15 14 23 0,0-1-27 0,-2 1-5 16,1-1-16-16,-2 0-11 0,-1 1-6 15,-1 2-17-15,1 0 5 0,-2 0-13 0,-2 0-4 16,1 2-12-16,0-2-29 0,-20 10-6 0,11-2 20 15,-3-1-7-15,1 3-8 0,0-2-5 0,-1 4-2 16,-1-3-3-16,3 2 2 0,-1 2-24 16,2-4 34-16,0 0-38 0,3 5 15 0,-2-3 1 15,2 0 2-15,1-1 9 0,8-1-11 0,-3 2-6 16,3 0-21-16,-1 4 22 0,2-4 6 0,3 0-30 16,-2-2 16-16,2 1 1 0,0-10-3 0,0 7-1 15,0 7-12-15,0 1 11 0,11 19-2 16,-9-14-10-16,-1-2 12 0,0 1 3 0,0 3-3 15,1-1-9-15,-2-8-1 0,0 4-1 0,0 4 11 16,0 2 5-16,0 1-11 0,0 0 12 16,0 1-13-16,0-2 4 0,0 1 6 0,0-3-3 15,0 2 2-15,0 2-8 0,0-1 4 16,0-2-7-16,0-1 7 0,0 1-9 0,0 0-7 16,0-2 9-16,0 0 16 0,0 3-4 0,6 17-10 15,-6-30-10-15,0 4 4 0,0 1-3 16,0 3 12-16,0-3-19 0,0-1 10 0,0 0-5 15,0 2 10-15,0-2-13 0,0-1-4 16,0 0 4-16,-9 1 5 0,9 1-3 0,0-4 0 16,0 0 1-16,0 4-7 0,0-2 3 0,-12 12 0 15,12-25 7-15,0 11 4 0,0 3-6 16,0-1-5-16,0-1 13 0,0-1-19 0,0 0 14 16,0-2-6-16,0 0 4 0,0 0-3 0,0-2-4 15,0 1 17-15,0-1-13 0,0 0 0 0,0 0 1 16,0 1-1-16,0-1-3 0,0 0 5 0,0 6-7 15,0-2 4-15,0 0-2 0,0-3-5 16,0-1 9-16,0 1 1 0,0-8 7 0,0 7-1 16,0-7-6-16,0 8 9 0,0-3-4 0,0-5 2 15,0 7-6-15,0-7 11 0,0 7 11 16,0-7-14-16,0 9 6 0,0-9-7 0,0 9 0 16,0-4 9-16,0-5-13 0,0 8 5 15,0-8 9-15,0 7-15 0,0 0-5 0,0-7-3 16,0 6 6-16,0-6-8 0,0 8 4 0,0-8 11 15,0 7-5-15,0-1-5 0,0-6 12 0,0 8-22 16,0-8 19-16,0 7-11 0,0 0 10 16,0-7-10-16,0 7 2 0,0-7-8 0,0 8 6 15,0-2 2-15,0-6-3 0,0 8 5 0,0-1-7 16,0-7 5-16,0 7 7 0,0 0-11 16,0-7 2-16,0 7 1 0,0-1-2 0,0-6-7 15,0 9 16-15,0-3-6 0,-6-1-1 16,6-5 6-16,0 7-17 0,0 0-6 0,0-7-6 15,0 8-10-15,0-8-2 0,-6 8-4 0,6-8-2 16,0 8-19-16,0-8 19 0,-10 16-5 16,10-16-3-16,0 0-16 0,0 0 15 0,0 0 1 15,0 7-5-15,12 2 0 0,-7-6-7 16,-1-3-7-16,0 0 7 0,3 1-28 0,-2-1-15 16,2 0-16-16,0-1-7 0,-7 1-26 0,11 0-26 15,12-9-36-15,-13 6 18 0,-1-1-172 16,-2 3-87-16,-1-1 16 0,-1-2 23 0,0 3 20 15,0-1 24-15,-1 0 25 0,1 0 26 16,-1 0 55-16</inkml:trace>
  <inkml:trace contextRef="#ctx0" brushRef="#br0" timeOffset="63067.59">26772 5956 367 0,'0'0'282'0,"0"0"-38"0,0 0-13 0,0 0 8 0,0 0-25 16,0 0-10-16,0 0 7 0,-1 11-38 0,-8 2 10 15,-1 2-17-15,0 0-34 0,-1-2 26 0,2 3-29 16,-3 1-5-16,1 0-32 0,0 3 3 0,-1-3 1 16,-2 1-16-16,0 0 8 0,3 2 0 15,0 0-20-15,-1 1-4 0,0 1 11 0,0-4-9 16,1 3-3-16,1 2 16 0,1-1 5 16,1 0-27-16,3-1-1 0,-2 1-11 0,3 4 1 15,-1-1 10-15,3 2-15 0,1 1-8 0,1-2-9 16,0-1 3-16,0-10-4 0,0 5-15 0,0 4 5 15,17 26-10-15,-12-26 36 0,3 2-4 16,2-2 3-16,-1 1-12 0,-2-4-16 0,5 0 6 16,1 2-8-16,-2-4 0 0,-1-2 8 15,1 1-1-15,-2-3 4 0,2 2-8 0,-1-2-23 16,1-1 17-16,-1-2-5 0,-1-1-18 0,0 1 1 16,2 2-57-16,-6-3-46 0,-1-6-44 0,-3 0-62 15,3-1 20-15,-4-2-203 0,4 1 34 16,-1-2 29-16,-2-1-92 0,-1 0 38 0,0 0 27 15,0 0 32-15,20-13 13 0,-11 2 23 16,3-3 38-16</inkml:trace>
  <inkml:trace contextRef="#ctx0" brushRef="#br0" timeOffset="63767.28">27023 6197 343 0,'0'-2'293'0,"-1"2"-40"0,2-3-6 0,-1 1-12 0,1 1-32 0,-1-2 3 0,3 3-22 0,-2-2-15 16,-1 1 15-16,0-1-24 0,0 1-8 0,0 0 7 16,0 1-17-16,2 0 2 0,-2 0-10 0,0 0-15 15,2 2 41-15,0 2-19 0,13 6 20 0,-12 0-9 16,7 6-14-16,2 3 7 0,1 5-8 16,-3-2 14-16,2 5-6 0,1 3-1 0,0-3-8 15,3 5-11-15,-4-3 3 0,1 3-18 16,1-1-11-16,-2-4-14 0,3 2-13 0,-2-5-3 15,4 0-18-15,-6-4-9 0,-1 1-32 16,-2-3-31-16,0-2-37 0,-1-4-31 0,0-2 7 16,-2-1-149-16,-4-3-54 0,-1 1-36 0,1-6 28 15,-1-1-173-15,0 0-22 0,0 0 16 0,-14 5 28 16,11-6 26-16,-3 1 30 0,1 0 54 16,-2-2-11-16,2 0 56 0,-1 2-26 0</inkml:trace>
  <inkml:trace contextRef="#ctx0" brushRef="#br0" timeOffset="64049.93">27039 6718 214 0,'-5'2'406'0,"3"-2"-64"15,-2 2-54-15,0-1-5 0,0-1-21 16,2 0-5-16,-1-1-24 0,2 1-29 0,-2-4-13 15,5 3-17-15,-2-6-15 0,2 4-17 0,0-2 8 16,8-12 5-16,-4 0-21 0,4-5-1 16,1 3-32-16,1-4-16 0,2 2-20 0,4-3-8 15,0-1-4-15,3-1-5 0,0-2-83 16,4 1-52-16,-3-6-49 0,0 6-37 0,1-1 15 16,2-1-165-16,-9 0-142 0,9 2 62 15,-6 3 27-15,-3 1 25 0,4 1 16 0,-5 2-6 16,2 0 53-16,-2 3 9 0</inkml:trace>
  <inkml:trace contextRef="#ctx0" brushRef="#br0" timeOffset="65466.73">27491 6514 389 0,'0'0'242'0,"0"0"-28"0,0 0-2 0,0 0-37 0,0 0-4 0,0 0-4 0,0 0-11 0,0-11 4 16,0 11-14-16,0 0 10 0,0 0 26 15,0 0-21-15,-9 8-4 0,12 11-4 0,0 1-14 16,0-2-8-16,-3 3-4 0,0-8-12 0,0 3-13 16,0 4-19-16,0-1 9 0,0 2-7 15,0-1-14-15,0 0-9 0,0 0-6 0,-13 17-31 16,13-24-43-16,0-3-52 0,-3-2-52 15,3-1-43-15,0-2 17 0,0 1-148 0,0-2-133 16,-2 0 20-16,2-1 38 0,-1-2 22 0,1 2 26 16,-2-3 9-16,1 0-5 0</inkml:trace>
  <inkml:trace contextRef="#ctx0" brushRef="#br0" timeOffset="65916.5">27796 6471 853 0,'2'0'306'0,"-2"0"-22"0,2-1 6 0,-2 1-18 0,3-2-28 16,-3 2-10-16,1 0-43 0,0 0-4 0,1-1-21 15,3-1 17-15,-1 1-2 0,1 1-13 0,0-1-20 16,1-1-11-16,12 2-19 0,-1-3-25 16,1 1-5-16,2 2-16 0,2-2-6 0,-13 2-98 15,5 0-58-15,1 0-52 0,-2 0-31 0,4 0 15 16,-6 0-219-16,2 0-67 0,-4 0 2 16,-3 0 47-16,2 0 40 0,3 14-4 0,-7-12 22 15,1 2 11-15,2-1 25 0</inkml:trace>
  <inkml:trace contextRef="#ctx0" brushRef="#br0" timeOffset="66334.37">28419 6295 209 0,'0'1'375'0,"1"2"-30"0,2 1-47 16,-3 3 1-16,0 12 14 0,0-8-35 0,0 10-34 16,-14 28 22-16,7-19-8 0,0 7-15 0,-1 4-27 15,-1 2-24-15,-1 4-8 0,-2 5-24 16,1-2-22-16,-3-1-20 0,5 0 2 0,0-6-24 16,0-6-21-16,2-2-38 0,1-4-10 0,0-1-2 15,2-2-89-15,0-6-51 0,2-3-25 16,-2-8-31-16,2-4-49 0,2-4 9 0,0-3 21 15,2 0-141-15,-4-4-102 0,2-1 18 0,2-1 40 16,-2-1 12-16,1-13 7 0,-1 8 20 0,8-24 4 16</inkml:trace>
  <inkml:trace contextRef="#ctx0" brushRef="#br0" timeOffset="67417.24">28461 6293 348 0,'1'-4'252'0,"1"1"-26"16,-2-2-10-16,1 3-17 0,0 1-14 0,-1-2-24 15,2 1-22-15,-1 1-4 0,-1 0-11 16,1-2-14-16,-1 3-9 0,4-3-18 0,-4 2-5 15,0 1-1-15,1-1 5 0,-1-1-16 16,1 2-6-16,-1-1 11 0,0 0-6 0,0-1-11 16,0 2-6-16,0-1-5 0,0 1-14 0,2 0 8 15,-2-2 9-15,1 2-1 0,-1 0 10 0,0-1-7 16,0 1-4-16,0 0-6 0,0 0 1 0,0 1-22 16,0-1 19-16,-1 0 4 0,-1 2 15 15,2-1-3-15,-1 3 16 0,0-1-3 0,1 1 0 16,-1 0 4-16,-2 3-7 0,-1 10 31 0,2 1-14 15,-2-1-11-15,-1 6 2 0,2 3 13 16,-1-3 6-16,2 2-10 0,-1 3-6 16,-2-5-6-16,1 7-4 0,3-5 13 0,-4 1-10 15,2-1-16-15,3-12-26 0,0 3-5 0,0 4 33 16,0-1-18-16,0-4-7 0,0-1 6 0,0-2-19 16,0-3-10-16,12 5 7 0,-7-11 3 0,-1 2 0 15,1-2 9-15,-1-3-10 0,3 1-8 16,1-1-15-16,2 0 10 0,3 0-8 15,2 0 9-15,17-18 14 0,-17 13-17 0,0-2 9 16,-5 2-2-16,3-6 13 0,1-1-18 0,-3 4-2 16,1-2 5-16,-3 0-9 0,2 1-2 15,-1-2-1-15,-2-3 1 0,0-1 4 0,1-1 17 16,-2-1-11-16,3 0-8 0,-3 1 6 16,1-3-16-16,-1 3-2 0,1 0 13 0,-1-5 2 15,-2 5 1-15,4 3 3 0,-3-4-11 0,0 2 2 16,-2 4 11-16,1-5 7 0,-1 2-2 15,0 4 6-15,-1 1-7 0,-2 1-13 0,1-1-15 16,1 1 23-16,-2 2 0 0,1-1-18 16,-1 3 3-16,0-3 10 0,0 2 3 0,2 1-13 15,-3-1 5-15,0 1 15 0,1 1-7 0,1-1 9 16,-1 2-8-16,-1-1 9 0,2 1-16 0,-2 1 21 16,2-3-15-16,-2 1-7 0,1 2 13 0,-1-1-23 15,0-1 16-15,1 2 3 0,-1-2 16 16,0 2-19-16,0 0 1 0,3-2 6 0,-2 2 2 15,-1 1-14-15,0 0 8 0,0 0-17 16,0 0 24-16,0 0 6 0,0 0-15 16,0 0 21-16,0 0-7 0,0 0-22 0,0 0 15 15,0 0-1-15,0 0 2 0,0 0 3 0,0 0-16 16,1-10 19-16,2 8-6 0,-5 2-18 16,4 0 15-16,-2 0 7 0,-2 2 8 0,4-2-7 15,-2 0 3-15,1 0-16 0,-1 1 16 0,0-1-7 16,0 1 15-16,0 0-16 0,0 1 9 0,1 1 0 15,-2-2 3-15,1 1-4 16,0 1-13-16,0-1 11 0,-1 1 4 0,2-1 7 0,-5 2-24 16,3 0 19-16,1 1-7 0,-4-2 4 15,4 3 0-15,0-6-1 0,0 7-1 0,0 0 2 16,0 4 8-16,0 3-3 0,0-2 7 16,0-1-1-16,0 0 3 0,0 2-7 0,0 3-5 0,-13 15 1 15,11-19-5-15,2 7 9 0,-4-2-5 16,1 3-7-16,3-6 4 0,-2-3-1 0,1 9 17 15,1-14-9-15,0 4-9 0,0 1-3 16,10 16 1-16,-9-13-7 0,-1-14-2 0,0 7-9 16,0 0-50-16,0 0-12 0,0-7-46 15,0 8 11-15,0-3-105 0,0-5-51 0,0 7-50 0,0-7 29 16,0 7-185-16,0-7-24 0,-13 13 3 16,8-10 66-16,3 0 16 0,-2-1 27 0,0 2-3 15,0-1 26-15,0-2 36 0,0 2 4 0</inkml:trace>
  <inkml:trace contextRef="#ctx0" brushRef="#br0" timeOffset="70066.5">29444 5888 422 0,'16'15'244'0,"11"13"-25"0,-13-18-17 0,-2 3 4 15,5-1-6-15,-3 2-19 0,6 1 7 0,0 1-14 16,-5-1-21-16,0 2 4 0,-1 1-10 15,2 0-23-15,-3 2 23 0,1-1-13 0,-4 2-10 16,0 1 1-16,2 0-17 0,0 0-1 0,-4 2-23 16,1-3 4-16,2 1-13 0,-3 3-4 15,-3-2-17-15,3 3 14 0,-2-1-13 0,-2 0-5 16,-1 1 11-16,1-1-4 0,-3 2-5 16,0-1-30-16,-1-5-1 0,0 3 21 0,0-11 0 15,0 6-1-15,0 0-7 0,0 3-6 16,0 1 12-16,0-1-3 0,0-1-5 0,0-2-14 15,-6 1 0-15,-8 20 9 0,7-20 3 0,0 0-13 16,0 2-12-16,-3-1 0 0,1 1 16 0,0-1 15 16,-2 3-13-16,-1-3 12 0,0 3 2 15,0-5-2-15,0 2-24 0,2-1 12 0,1 1-4 16,3-6-1-16,2-4-12 0,-1 2-20 0,2-5 1 16,1 1-92-16,0-5-42 0,-3-1-36 15,4-3-38-15,1 1 19 0,0-1-158 0,0 0-101 16,-3-10 26-16,3 5 11 0,2-1 31 15,4-11 23-15,-1-1 41 0,2-1 5 0,3-1 22 16</inkml:trace>
  <inkml:trace contextRef="#ctx0" brushRef="#br0" timeOffset="71933.25">30059 5950 448 0,'0'0'260'0,"0"0"-33"0,0 0-1 0,0 0-20 0,0 0-8 0,0 0-29 16,0 0-11-16,0 0-11 0,0 0 7 0,0 0-23 15,0 0 17-15,0 0-2 0,0 0-10 0,0 0-8 16,0 0 10-16,0 0-15 0,3-7-17 15,-13 18 13-15,-2-5-13 0,3 5-11 0,0-1-10 16,-2 1 23-16,-1 1 0 0,3 0 5 0,-1 2-14 16,2 1-14-16,1 0-8 0,0 0-4 15,1 0-6-15,-2 0-3 0,3 2-1 0,-1 2-16 16,1 4 0-16,-1-2-3 0,0-1-11 0,2-2 4 16,2 3 1-16,-2 1-14 0,1-3 10 0,-2 0 9 15,4 2-17-15,-2-1 14 0,3-9-25 16,0 5 15-16,0 5-11 0,0-1 7 0,0 1-18 15,0-1 12-15,0 1 0 0,0-1-2 16,0 0-1-16,9 22 4 0,-9-21-10 0,2-3-3 16,0 4-17-16,1-2 30 0,-1 1-13 0,2-3 11 15,0 0-12-15,0 1 6 0,-4-1-10 16,5-2 0-16,-5-3-14 0,4 4 10 0,-2-4 14 16,0 4-12-16,0-7 11 0,-1 5-9 0,3 0 4 15,0-3-7-15,1 3-5 0,-1-5 7 0,-3-1 2 16,2 0-15-16,-1-2 8 0,5 11 0 15,-3-10 1-15,-2 2 10 0,0-4-4 0,0 1-16 16,0 1 11-16,1-3 0 0,-2 0 3 0,1 1 4 16,-1-3-2-16,0 0-18 0,-1 1-37 15,3-1-2-15,-3-2 5 0,2 4-81 0,-2-4-24 16,3 0-34-16,-2 2-44 0,-1-2 22 0,0-1-172 16,1 0-111-16,-1 0 39 0,0 0 14 15,0 0 48-15,4-12 26 0,-2 7 20 0,6-5 13 16,-1-6 18-16,1 3 14 0</inkml:trace>
  <inkml:trace contextRef="#ctx0" brushRef="#br0" timeOffset="75416.64">30775 6553 395 0,'-4'-1'384'0,"2"1"-44"0,1-2-26 0,-3 2-26 15,1-1-36-15,2 1 32 0,0 1-39 16,1-2 2-16,1-1-20 0,1 1-14 0,4 0-17 16,-1 0-47-16,2 1 12 0,15 1-37 0,-13-1-16 15,5 0-33-15,3 0-7 0,1 0-65 16,-3 0-60-16,-2 0-26 0,-3 0-41 0,0 0-46 16,-3 0 16-16,-7 0-225 0,14 5-62 0,-12-2 21 15,0-3 30-15,-1 1 24 0,2 2 23 0,-3-1 19 16,3-1 18-16</inkml:trace>
  <inkml:trace contextRef="#ctx0" brushRef="#br0" timeOffset="75767.82">31204 6329 320 0,'2'-2'364'0,"1"-4"-51"16,2 5-20-16,-4-1 7 0,1-2-20 0,1 4 1 15,0 0-34-15,-3 4 15 0,1 0-30 16,-1 4 11-16,3 15 11 0,-3-3 8 0,0-7-20 0,0 9-9 16,0 3-5-16,-17 30-16 0,11-25-10 15,0-2-27-15,1 3-15 0,-3-4-17 16,4 1-2-16,-3-1-37 0,1-1-16 0,1 2-10 15,-2-8-40-15,1-2-19 0,2-5-48 0,-1 1-48 16,4-4 9-16,-2-3-147 0,0 0-38 16,2-2-33-16,0-1 25 0,0-1-142 0,-2 0-92 15,3-2-5-15,-1-1 60 0,1 0 31 0,0 0 30 16,1-4 22-16,-1 1 26 0,0-2 2 16,3-2 12-16</inkml:trace>
  <inkml:trace contextRef="#ctx0" brushRef="#br0" timeOffset="76518.78">31237 6273 558 0,'2'-2'212'0,"0"-1"1"0,-1-1-13 0,3 1 9 0,-4-1 3 0,1 3-11 16,0-2-5-16,0 0-22 0,1 0 6 0,-2 2 9 15,1 0-17-15,0 1 0 0,-1 0-7 16,2 0-24-16,-4 1-16 0,1 0 21 0,0 5 15 15,1-3-26-15,0 5-2 0,-3 9-3 16,3-8-11-16,-6 16 4 0,5-5-22 0,-2 1 3 16,2 1-8-16,0 3-6 0,-2 0 1 0,3 0-8 15,0-14 17-15,0 6-24 0,0 5-7 16,0-4-5-16,0 1-8 0,9 18 3 0,-2-25-18 16,-5-2-5-16,3 4-8 0,0-7-3 0,-1 0 1 15,0-6-9-15,3 1-1 0,0 1 6 0,-2-2-22 16,-5-1 0-16,6 0 6 0,-1 0-16 15,4 0 10-15,2 0-1 0,17-14 0 0,-13 4-15 16,2 6 13-16,-4-4 11 0,0-1-17 0,-6 0-3 16,3 0 3-16,3-2-3 0,-3-3 10 15,-2 4 6-15,2-1 8 0,-7-5-10 0,6 1-8 16,-3-2 0-16,-1-1 17 0,1 0-14 0,2-2 3 16,-1 1 2-16,-2 0-5 0,0-1-5 15,4 1-1-15,-9 2 0 0,6 0 10 0,2 1-5 16,-3 1-4-16,0 2 3 0,1 3 10 0,-3 0-9 15,1 3-5-15,-2 1 1 0,-2 1 0 0,2 0 7 16,0 2 1-16,-2-1 4 0,3 2-3 16,-3-1 3-16,0 1 9 0,1-1 9 0,-1 2-6 15,0 1-6-15,0 0 6 0,0 0-8 16,1 5 2-16,-2-1 13 0,1 2-2 0,0 1 12 16,-4 10 8-16,4-8 9 0,0 6 13 0,-5 24 6 15,1-16 2-15,-1 3 3 0,-1 3 20 16,3-1-3-16,2-2-37 0,0 0 16 0,1-2-6 0,-3 0-12 15,2-2-18-15,1-13-9 0,0 1-38 16,0 3-21-16,0-2-41 0,0-4-68 16,0 2 14-16,0-9-133 0,0 9-54 0,0-3 29 0,0-6-234 15,0 0-32-15,0 5 43 0,0-5 15 16,0 0 36-16,0 0 30 0,10 14 29 0,-4-12 53 16,8 3 24-16,2 1 15 0,-5-3-11 15</inkml:trace>
  <inkml:trace contextRef="#ctx0" brushRef="#br0" timeOffset="78484.45">32128 5935 599 0,'0'0'259'0,"0"0"-8"0,0 0-6 0,0-14-14 0,0 14-25 0,0 0 0 16,0 0-22-16,0 0-14 0,14 0-24 0,-14 0 13 16,0 0-10-16,0 0-4 0,0 0-2 0,0 0-26 15,27-7 7-15,-26 9-14 0,2 2-3 16,0-2 3-16,1 3 2 0,-1-1-28 0,6 8 9 15,2-1-15-15,-6-4-33 0,1 2 2 0,1 2 3 16,2-1-3-16,-1 1-5 0,1 0-16 0,-3-1 27 16,2 0-31-16,2-2 6 0,-5 3 20 0,4 1-31 15,1 0-3-15,-3-5-1 0,-3-2 1 16,1 2-1-16,1 5 11 0,2-5-12 0,-6 0 28 16,2 1-21-16,1-2-2 0,-2-1 9 15,-1 0 2-15,1 0-21 0,-2 0 16 16,2 1 5-16,-2-1-5 0,3 1 1 0,1 8 6 15,-1-6-26-15,1 2-1 0,-4-1 33 16,-1-2-31-16,3 1 32 0,-1-3-13 0,1 1-22 16,1 9 14-16,1-8 8 0,-1 0 9 0,-3 3-24 15,0-3 13-15,2-2-5 0,-2 0 2 0,0 2-4 16,1-5 0-16,-1 4 14 0,-1-2-19 16,1 2 7-16,-1 2-12 0,1-2 7 0,1-2 7 15,-1 2-4-15,0-1-9 0,1 2 17 0,-2 0-21 16,1-2 7-16,0 4-14 0,2-3 19 0,-3 0-5 15,3 11 19-15,-3-5-12 0,2 0-3 16,-1-4-1-16,-1 0 7 0,0 0 3 0,0-1-1 16,1 0-1-16,-1 2-4 0,0-2 0 15,0-7 0-15,0 12-1 0,0 2 3 0,0 1-1 16,0-1-4-16,0-1-3 0,0-4 11 0,-11 21 0 16,11-25-16-16,0 5 6 0,0-2-6 15,0 1 1-15,0 0 0 0,0 3-3 0,-10 12 11 16,7-13-11-16,3-11-1 0,0 14-4 0,0-3 13 15,0 0-4-15,-10 15-7 0,5-14-1 16,5-2 7-16,-3-1 4 0,-4 7-12 0,3-2-1 16,-2 2-1-16,6-5 2 0,-5 7-2 15,4-7 15-15,-4 4 0 0,1 0-17 0,3-1 6 16,-2-4 4-16,2-1 15 0,0-1-18 16,1-1 10-16,-3 0-7 0,2-1 9 0,1-1-10 15,-3 1 5-15,1-2 1 0,2 2-16 0,0-2-18 16,0 0-15-16,-2 1 5 0,2-2-126 15,-1-3-43-15,1 2-54 0,0 0-62 0,-1-2 29 16,1 0-217-16,0 0 4 0,0 0 37 0,-5-7 32 16,4 1 20-16,2 1 63 0,1-2 4 15,1-10 36-15,3 0 11 0,1-4 6 0</inkml:trace>
  <inkml:trace contextRef="#ctx0" brushRef="#br0" timeOffset="79933.25">32495 5830 436 0,'0'1'298'0,"0"-2"-24"0,1 1-31 16,0 0-34-16,-1 1 21 0,0-1-39 0,3 0-4 0,-3-3 3 0,10 11-31 15,-6-6 20-15,1-1-18 0,3-4-14 16,-2 6-6-16,3-1-29 0,-9-2 5 0,21 5-23 15,-10-1-22-15,-2-1 3 0,4-1 0 0,0 0-5 16,3 3-19-16,-1 4 20 0,0-8-18 0,-1 0-1 16,-8-1-9-16,6 0 10 0,0 0-11 15,0 0-3-15,12 15 29 0,-12-14-31 0,0-1 14 16,0 0-20-16,-3 2 7 0,2 2-6 16,-2-4-7-16,-1 1-7 0,1 0-5 0,-3 2 10 15,2 0-1-15,1-1-4 0,-3-1 2 0,-2 0-2 16,0 2-18-16,-3 0 0 0,-3-1 34 0,4-4-2 15,1 4-3-15,-3-1-14 0,6 4 9 16,-6-1-3-16,0 0 19 0,0-1-13 0,2 3-32 16,-4-5 19-16,2 6 1 0,4-1 8 0,-5 2-2 15,1-8-12-15,0 10 27 0,0-1 6 16,0 1-17-16,0 0 1 0,0 0 11 16,12 12-16-16,-12-7 13 0,2-7 8 0,0 5 1 15,-2-1-10-15,0 0 12 0,3 1-9 0,-3-7 3 16,0 5 1-16,0 3 2 0,0-2 4 0,0 5 11 15,0-2-13-15,0 3 5 0,0 0-1 16,0 0 4-16,0 1-11 0,0-1-4 0,0 3 3 16,0-1 6-16,0-2-13 0,0-1-6 0,0 0 17 15,0-2-21-15,0 1 15 0,0 1 1 0,0 0-23 16,0 0 23-16,0-1-24 0,0 1 7 0,0-2 0 16,18 14 20-16,-18-29-10 0,0 13-7 15,0-1-8-15,0 4 10 0,11 14 20 0,-11-23 9 16,0 4-4-16,0 5-14 0,0-4 16 0,0 5-33 15,0-2 25-15,0 3-18 0,0 0-24 16,0-2 16-16,0 0-20 0,0 1 10 0,0-1 14 16,0-2-6-16,0 1 6 0,0-2 10 0,0 1-27 15,0-1 9-15,0-2 0 0,0-4 9 0,0 2-17 16,0 0 17-16,0-2-18 0,0-1 4 16,0 1 15-16,0 2-25 0,0-2 16 0,0 1-4 15,0 0 0-15,0-2 0 0,0 4-13 0,0-1 7 16,0 0 8-16,0 2-6 0,-14 12-7 0,12-14 3 15,-1 0-1-15,2 0-3 0,1-9 2 16,0 10-1-16,0 1 9 0,0-4-6 0,0 0-18 16,0 1 0-16,0-1 4 0,0 2 14 15,0-3 8-15,0 1 2 0,0-1-16 0,0 1-1 16,0-7 27-16,0 8-2 0,0-1-3 0,0 0-1 16,0-2-36-16,0 4 15 0,0-1 0 15,0 1 6-15,0-1 2 0,-8 4 1 0,7 2-23 16,0-8 1-16,-1 1 34 0,1 1-2 15,0-1-2-15,1-7-1 0,0 0-19 0,0 9 7 16,0-2-9-16,0 0-5 0,0-1 12 0,0 0-23 16,-4 9 18-16,4-15 7 0,0 0-9 15,0 8 15-15,0-2-5 0,0-6-4 0,0 7 1 16,0-1-2-16,0-6 11 0,0 7-18 0,0-7 3 16,0 6 0-16,0-6 1 0,0 8 7 0,0-8-18 15,0 6 20-15,0-6-8 0,0 0 13 16,0 0-23-16,2 13 27 0,-4-12-2 0,2 3-1 15,0-7 13-15,0 7-2 0,0 0-22 0,0 2-1 16,-4-5-6-16,4-1 7 0,-1 3-5 16,1-7 11-16,0 8-1 0,0-2 0 0,0-1-2 15,-1 1 3-15,2-1-1 0,-1-1 3 0,0 0 0 16,0 0-27-16,0 3 26 0,5-3-3 0,-9 1-1 16,4 0 6-16,0 1-1 0,0-2-1 15,-1 3-5-15,-3-1 1 0,-1 2 41 0,2-2-11 16,2-1-1-16,-3 4 3 0,-1-3 16 0,-1 3-9 15,-3-1-20-15,0 1 13 0,-1-4 1 16,-3 2-16-16,1-1 3 0,-8 1-4 0,1-1-5 16,-6 0-7-16,-3 0-19 0,13-2-12 0,-3 0 1 15,-5 0-103-15,1 0-34 0,-16-14-41 16,28 13 20-16,-8-3-215 0,8 1 34 0,-3-8-328 16,1 1 77-16,3-1 31 0,2 1 60 0,-2 0 38 15,5 4 35-15,1-4 47 0,2 2-1 16,-5-8 74-16,-4 4-1 0,-5 1 8 0,-5 2 49 15</inkml:trace>
  <inkml:trace contextRef="#ctx0" brushRef="#br0" timeOffset="172116.97">23642 6176 385 0,'0'0'331'0,"0"0"-41"0,0 0-15 0,0 0-6 0,0 0-15 0,0-13-20 0,0 13-19 0,0 0-4 0,0 0-24 0,0 0-10 0,0 0-23 0,0 0-18 0,0 0 24 0,0 0-5 0,0 0 9 0,0 0-9 0,0 17-7 0,9 0-22 15,1 6 8-15,0 1-10 0,1 0-6 0,-1 2 6 16,4 1-1-16,2 5 4 0,0-5 8 16,0 4-20-16,3-2-1 0,0 1-8 0,-1-6-10 15,-1 0-23-15,3 2-6 0,-1-2 2 0,-3-3-6 16,2-1-16-16,-2-2-5 0,0 0-2 16,0-2 4-16,-2 1-16 0,-1-4 20 0,1-1-32 15,-5-2-9-15,-4-5-19 0,1 1-16 16,-2-2-27-16,0 1-23 0,0-2-20 0,-1-1-12 15,-1 1 10-15,-1 0-94 0,1-3-28 0,-2 0-51 16,0 1 25-16,-3-2-123 0,1 0-144 16,-1-3 23-16,0 0 36 0,0 0 31 0,-5-9 31 0,0 2 33 15,2-3 23-15,1-2 10 0,0 0 36 16</inkml:trace>
  <inkml:trace contextRef="#ctx0" brushRef="#br0" timeOffset="172484.55">24022 6145 523 0,'2'-1'294'0,"-2"-1"-16"0,0 2-31 0,1 2 10 16,-2-1-21-16,-1 4-17 0,1 0-29 15,-2 12 14-15,-4 6-11 0,-2-5-7 0,-1 5-26 16,-2 2-16-16,-1 3 34 0,0 3-14 16,-2 3-9-16,-2-2-4 0,0 2-10 0,-1 0-27 15,0 1-4-15,-3 3 1 0,0-5-4 0,-1 1-10 16,2-1 4-16,-1-4-16 0,3-2-19 16,3 0 4-16,-3-4-1 0,5-3-12 0,3 0-4 15,0-3-28-15,1-3-18 0,-3-1-29 0,7-2 2 16,2-3-75-16,0 0-46 0,0-6-14 15,0-1-39-15,3-1-71 0,0 0 24 0,0 0-212 16,0-8-2-16,0 4 8 0,3 0 32 0,0 0 42 16,-2-2 11-16,7-7 19 0,-2-1 31 0,5 3 22 15</inkml:trace>
  <inkml:trace contextRef="#ctx0" brushRef="#br0" timeOffset="173102.71">24027 6532 227 0,'2'-2'260'0,"-2"2"0"0,1-1-29 0,0 0-34 15,1 1-9-15,-2-3-8 0,1 0-25 0,0 3-8 0,3 0-12 16,-3-2-15-16,2 0-14 0,-1 1-13 0,-1-1-16 16,2 2 2-16,0 0 1 0,-1 0-13 0,0-1-8 15,1 1 2-15,0 1-11 0,0-1 9 16,3 0-4-16,-5 3-6 0,2-1 16 0,-1 0-7 15,1 4-7-15,1-4-1 0,-3 2-5 0,1 0-16 16,0 1 4-16,2 1 7 0,-3-2-1 16,2 1-8-16,-2 0 12 0,2 0 13 0,-1 0-3 15,-1 0 6-15,0 0-8 0,-1 1 4 16,2-1-13-16,-2 1 0 0,0-6-9 0,0 0 1 16,0 7 28-16,0-1-30 0,0-6-4 15,0 7 9-15,-13 7-12 0,12-9 0 0,-2 0-7 16,0-1-2-16,0 0-1 0,1 0 20 0,0-1-13 15,0-1 10-15,0 2-13 0,1-1-1 16,-2-1 34-16,2 1-24 0,-1-1 4 0,0 1-2 16,0-2 4-16,0 2-18 0,2-1-6 15,-1-1 2-15,1-1 4 0,-1 1 14 0,1 2-3 16,0-2-3-16,0-1-20 0,0 0 15 0,0 0 2 16,0 0-14-16,0 0 0 0,14 4 11 0,-9-4-3 15,-1 0-1-15,1 0-11 0,1-1 10 16,2 1-25-16,-3 0 1 0,0 0-87 0,-5 0-41 15,0 0-60-15,8 0 17 0,-8 0-249 0,6 0-56 16,-6 0 41-16,8 0 16 0,-8 0 29 16,0 0 25-16,6 0 31 0,-6 0 31 0,0 0-16 15</inkml:trace>
  <inkml:trace contextRef="#ctx0" brushRef="#br0" timeOffset="176684.35">29126 6550 413 0,'0'0'307'0,"0"0"-30"0,0 0-20 0,0 0 37 16,0 0-18-16,0 0-32 0,0 0 70 15,0 0-18-15,-3 2-5 0,5 21-2 0,-2-12 6 16,0 7-19-16,0 5-21 0,0 2-31 0,0-2-13 16,0 1-33-16,0-1-19 0,0-1-8 0,0-1-46 15,0-1-36-15,0-1-46 0,0 0-5 16,0-4-165-16,0-2-83 0,0-4 22 0,-10 16-243 16,4-17 39-16,0-5 33 0,0 2-87 0,-1-4 29 15,-2 0 54-15,4 0 0 0,0-1 48 16,5 0 37-16,0 0-36 0,0 0 3 0</inkml:trace>
  <inkml:trace contextRef="#ctx0" brushRef="#br0" timeOffset="178601.25">30158 6204 293 0,'0'0'248'0,"0"-14"-19"0,0 14-16 0,0 0-14 0,0 0-9 0,0 0-5 15,14 0-1-15,-14 0-11 0,0 0-16 16,0 0-8-16,0 0-1 0,30-10-2 0,-21 25 11 16,4 4 26-16,1 2-25 0,0 0-18 0,2 3 40 15,0 2-1-15,1 4-5 0,1-2-16 0,0 2-5 16,2-2-21-16,-3 3-13 0,3-3-27 16,-3 0 8-16,-1-4 0 0,-3 0-23 0,1-2-14 15,-1 1-11-15,0-2-38 0,-2-4-24 16,-2 1 2-16,1-5-131 0,-4-1-38 0,-6-4-72 15,0-8 23-15,0 0-225 0,0 7 37 0,-12 2-50 16,7-9 32-16,1 0 50 0,0 0 23 0,-1-4-1 16,-2-5 16-16,-4-1 41 0</inkml:trace>
  <inkml:trace contextRef="#ctx0" brushRef="#br0" timeOffset="178934.41">30600 6064 473 0,'0'6'285'16,"-6"15"-8"-16,-2 2-3 0,0 1-4 0,-6 3-4 15,-4 3 1-15,2 6-23 0,-5 4-29 16,-2 2 13-16,-4 4-19 0,-1 1 6 0,0-4-15 16,1 1-16-16,5-5-12 0,-2-3-33 0,5-1-19 15,4-4 7-15,0-4-38 0,4-3-19 16,-3-1-20-16,5 1-5 0,0-4-115 0,4-4-38 16,-2-1-38-16,4-5-45 0,2-4 19 0,-1-3-169 15,0-3-130-15,2 0 33 0,2-4 29 0,-2 3 51 16,2-2 4-16,0 0 9 0,0-2 37 15,1 2 6-15</inkml:trace>
  <inkml:trace contextRef="#ctx0" brushRef="#br0" timeOffset="179484.29">30665 6609 219 0,'3'1'240'0,"-1"0"-38"0,1-1-40 0,0 2 3 0,-2-1-7 0,1 2-3 16,1-2-13-16,0-1-8 0,-1 3 0 15,-1 1-11-15,-1-1 6 0,3-1 1 0,-2 3-9 16,-1-1-7-16,0 1-8 0,0 1 7 0,0 0-20 16,0-6 4-16,0 12-23 0,0-1 14 0,0-1 13 15,-15 18-28-15,11-14 20 0,-3 0-14 16,1 1 7-16,-4-1 6 0,4 1-3 0,-2-2-10 15,-2-2-6-15,-1-1-7 0,5 0 23 0,1-4-9 16,-3 1-38-16,6-1 5 0,-2-1 2 0,-1-2-5 16,2 0-3-16,-1 1-5 0,2-3-9 15,0 3-11-15,0-1 6 0,1-1-9 16,1 0 5-16,0 0-12 0,0 1 16 0,0-3-3 16,0 0 0-16,0 0 4 0,0 0-6 0,12 5 3 15,-5-6-2-15,-1 1-1 0,2-2-36 16,9 1-43-16,-9 1-12 0,0 0-43 15,2 0-31-15,9-7-33 0,-12 7 18 0,-1-1-268 0,1-1-28 16,-1 1 37-16,-2-1 15 0,1 2 55 16,-1-4 35-16,1 4-26 0,2 0 9 0,10-3-3 15</inkml:trace>
  <inkml:trace contextRef="#ctx0" brushRef="#br0" timeOffset="180317.3">30701 6628 222 0,'0'0'287'0,"0"0"-24"0,0 0-30 0,0 0-18 0,0 0-6 0,0 0-17 15,0 0 14-15,0 0-20 0,0 0-6 16,0 0-5-16,0 0-12 0,-31 24-23 0,17-19-28 16,5-2-1-16,0 1-34 0,4-1-46 0,1-2-42 15,-1 1-55-15,2 1 6 0,0-2-229 0,3-1-110 16,0 0 27-16,0 0 23 0,-5-6 25 15,5 3 17-15,2 1 16 0</inkml:trace>
  <inkml:trace contextRef="#ctx0" brushRef="#br0" timeOffset="181184.37">31843 6660 813 0,'0'0'258'0,"0"0"-46"0,0 0-31 0,0 0-2 0,0 0-18 0,0 0-13 16,0 0-14-16,0 0-9 0,-18-25-19 0,21 23 0 15,0-3-14-15,1 2 22 0,0 1-12 0,0-3 14 16,1 5-20-16,0-3-15 0,0 1-2 15,1 3-16-15,-2-2 2 0,3 1-3 0,-7 0 2 16,0 0-8-16,6 0-3 0,-6 0-4 16,17 11 21-16,-4-1-19 0,-8-4 5 0,-3 4-14 15,2-1 11-15,-2 0 10 0,-2 0-2 0,0-9-8 16,0 11 7-16,0 1-7 0,0 1-19 0,-16 14 1 16,10-11-5-16,2-8-3 0,0 3-8 15,-5 0-2-15,4 4 14 0,0-6 9 0,0-1 0 0,1-2-8 16,0 1 11-16,-1-3-4 0,4 2-7 15,-3-1 2-15,2 0 12 0,1-2-30 0,0 2 10 16,1 0 16-16,0-5 10 0,0 0 9 16,18 19-7-16,-9-14-16 0,5 0 4 0,1-4-21 15,4 1-19-15,-3-1-21 0,8-1 2 16,-10 0-106-16,-14 0-52 0,13 0-45 0,-4 0 22 16,0 0-218-16,-2 0-87 0,6-11 37 0,-10 10 32 15,1-3 46-15,-3 1 7 0,3 0 25 0,-4 0 20 16,0-1 9-16,0 0 25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3-16T11:37:24.906"/>
    </inkml:context>
    <inkml:brush xml:id="br0">
      <inkml:brushProperty name="width" value="0.05292" units="cm"/>
      <inkml:brushProperty name="height" value="0.05292" units="cm"/>
      <inkml:brushProperty name="color" value="#FFC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23138 14209 267 0,'0'0'157'0,"0"-14"-14"0,0 14 6 0,0 0-35 0,0 0 3 0,0 0 21 0,0 0-35 0,0 0 2 0,0 0 5 0,0 0-20 0,0 0 23 0,25 25-4 0,-24-1-2 0,2 3-2 0,-3 5-5 16,0-1-2-16,0 0-7 0,0-12 0 0,0 9-7 16,0 5-3-16,0 4-19 0,-12 36 11 0,9-36-2 15,0-4-7-15,-1-4-7 0,0 0-10 16,1-4-13-16,1-1 12 0,0-4-9 0,0-4-2 15,0-3-12-15,1-6-13 0,1-7 11 0,0 0-10 16,0 0-7-16,3 5-5 0,-3-7-2 0,2-3-4 16,0-12 1-16,3 0 1 0,-1-2-10 15,-3 0 10-15,2-3-3 0,-2 1-5 0,2 0 6 16,-1-2-1-16,0-2 6 0,-1 0-4 16,0-4-6-16,2 4 10 0,-2-1-11 0,0 0 2 15,-1 14 0-15,0-6 3 0,0 0-4 0,0-2 11 16,0 1-5-16,0 1 3 0,0 0 11 15,0 3-5-15,0-2-3 0,0 4-2 0,0 1 4 16,0 3-10-16,0-5-6 0,0 1 17 16,0 1 3-16,7-11-6 0,-7 15-9 0,5-6 3 15,0 3 10-15,-1-6-4 0,0 10-3 0,-2 1 0 16,3-3 5-16,-2 4 2 0,-2-2-11 0,2 3 15 16,-1-1-8-16,1 2 15 0,-1-1 1 0,1 2 0 15,-2-2 1-15,0 1-2 0,-1 1-7 16,2 0 7-16,-1-1 4 0,0 1 0 0,-1 1-14 15,3-2 6-15,-2 2 13 0,1-1 7 16,-1 1-20-16,1-2 16 0,0 2-8 0,-1-1 2 16,3 0 6-16,-1 2-2 0,0-2-1 0,-2 2 4 15,-1 0 2-15,0 0 1 0,0 0-4 16,8 0-10-16,-8 0 2 0,16 10 14 0,-12-6-20 16,-1-1 16-16,6 9 14 0,0 0-5 0,-5-1-9 15,5 4 6-15,-2 0 2 0,2 2-19 0,1 3 11 16,-1 1 8-16,1 2-10 0,0 3 5 15,0-2-2-15,-1 3-4 0,4-1-11 16,-2-1-7-16,-1 3 12 0,3-3-8 0,0 1 15 16,-5-2-10-16,3 1 0 0,-2-4-7 0,-2-1 7 15,0-3-17-15,-1 0 21 0,1-6-27 0,-2 0 11 16,-2-6 10-16,1 1 2 0,-2-1-21 16,-1-1 24-16,2 1-17 0,1-3 2 0,-4 0-12 15,1 2 18-15,1-3-23 0,0 1 11 0,-1-1 10 16,0 0-1-16,1 0 2 0,-2-1-3 15,0 0-5-15,0 0-8 0,0 0 11 0,10-10 4 16,-7 7-26-16,-1-4 27 0,8-4-11 16,-6 0 6-16,-1 0 3 0,0-4-8 0,1-1 0 15,-2 0 15-15,1 0-11 0,-3 2-2 0,4-6-24 16,-4 9 25-16,0-6 11 0,0-3-23 0,0-2 22 16,0 0-8-16,0-2-13 0,-10-25-9 15,7 23 21-15,1 2-3 0,1 3-4 0,-1 2-3 16,0 3 14-16,2 10-21 0,0-3 11 0,0 1-23 15,0 2-6-15,0 0-17 0,0 6 14 16,0-8-21-16,0 8-4 0,0-7-24 0,0 7-32 16,0 0-25-16,0-6-36 0,0 6 16 0,0 0-162 15,0 0-100-15,-4-11 31 0,4 12 24 0,0 2 24 16,0 0 24-16,0-1-10 0,-1 0 10 0</inkml:trace>
  <inkml:trace contextRef="#ctx0" brushRef="#br0" timeOffset="2217.16">23856 14265 360 0,'0'0'157'0,"0"0"-24"0,0 0-19 0,0-12-26 0,0 12 18 15,0 0-27-15,0 0-32 0,0 0-5 0,-11-24 35 16,9 23-12-16,2 1 1 0,0-2 18 0,2 2-9 15,-1 2-12-15,-1 0 6 0,1 5 17 16,0 0-9-16,1 9 8 0,-2-5-10 16,6 29-7-16,-3-12 2 0,-3 2-10 0,5-1 1 15,-5 4-1-15,0-6 1 0,2 1-11 0,0-1 4 16,-1-4 5-16,-1-14 2 0,0 7-20 16,0-2 7-16,0-1-4 0,0-1-7 0,0-4-5 0,0 0-5 15,0-1 3-15,0-7-7 0,0 8-3 16,0-8-7-16,0 7-7 0,0-7 12 15,0 6-17-15,0-6 7 0,0 0-13 0,0 0 8 16,0 0 6-16,-7 8-7 0,6-12 0 0,1 1 5 16,-2 0-15-16,2-1 13 0,-3-1 0 0,2 0-1 15,-3 2 0-15,3-4-4 0,-1 2 7 0,0-1-7 16,1 0 4-16,-5-8-8 0,5 5-3 16,-1-1-1-16,-5-4 14 0,3 3-3 0,2-5-5 15,-6 3-7-15,7 2 8 0,0 1 4 16,1 3-4-16,-2-1 0 0,1-1 12 0,1-1-5 15,0 2-6-15,0-4 1 0,0 1 4 0,0 2-13 16,0 1 8-16,0 0 1 0,0 2 5 16,0 6-12-16,0-8 6 0,0 1 6 0,0 7-5 15,0-8 1-15,0 8-6 0,0-9-4 0,0 2 8 16,0 7 3-16,0-8 0 0,0 1-3 0,0 7 2 16,0 0 0-16,0-9 3 0,0 9 3 0,7-9-4 15,-7 3-12-15,0 6 1 0,0-8 9 16,0 0-2-16,0 8-6 0,7-8 6 0,2-3 3 15,-8 7-4-15,-1 4 1 0,0 0 2 0,0 0-8 16,0-7 1-16,0 7 9 0,0-7 0 16,0 7-7-16,0-7 7 0,0 7 7 0,0-6-8 15,11-4-4-15,-11 5 7 0,1 1-12 0,0-1 8 16,0 1-4-16,-1-1 3 0,0 3-8 16,0-2 4-16,0 0 6 0,3 1-3 0,-3 3-6 15,0 0 10-15,0 0-9 0,0 0 14 16,0-7-10-16,0 7-5 0,0 0 8 15,0 0-2-15,0-7 2 0,0 7 3 0,0-6-4 0,0 6 8 16,0-8-8-16,0 8 5 0,0-6-13 16,8 6 7-16,1-14 7 0,-7 10-6 15,-1 0-9-15,1 1 8 0,2-2 7 0,-4 2-6 16,2-1 5-16,-1 4-8 0,-1-4-5 0,4 1 3 16,-3 1 3-16,1 0 2 0,-2 0-6 0,0 0 12 15,1 1-7-15,0 0 4 0,-1-2-1 16,1 2-1-16,-1 0-9 0,0 1 22 0,2-3-6 15,-1 2-17-15,-1 0 14 0,3 1-1 0,-3-1-7 16,1 0 2-16,0-1 2 0,1 1 3 0,-2 1-11 16,2-2 5-16,-1 1 5 0,1 0-2 15,-2-1-8-15,1 2 8 0,2 0 6 0,-3-3-4 16,2 3 9-16,-1-1-3 0,2 1-10 0,1-1 1 16,-2-1 8-16,2 1-7 0,0 0-4 15,1-2 2-15,-2 3-4 0,-3 0 8 0,0 0-4 16,7 0 0-16,0 0 7 0,0 0 18 15,-7 0-8-15,8 0-19 0,-1 0 7 16,-7 0 3-16,10 0 1 0,-4 0 3 0,-6 0-11 16,23 21 7-16,-14-9-5 0,-1-4 2 0,-4 1 9 15,-2 0-1-15,-2 1-5 0,4-2-1 0,-4-1 0 16,0 0-14-16,0 3 5 0,0 3 2 16,0 2-2-16,-12 15-5 0,7-13 18 0,-4-8-8 15,-1 6 2-15,5 0 0 0,-1 2-3 0,3-10 5 16,-2 1-1-16,0-4 8 0,1 2-8 15,0-1 11-15,2-3-12 0,-1 1 5 0,0 1 9 16,2-3 2-16,-1 2-12 0,2-2-1 16,-3 0 10-16,2 0 1 0,-1 0-17 0,-1 0-2 15,3 1 6-15,-3-1-3 0,3 1 8 16,-1 0-14-16,-2-2-1 0,2 1 18 0,1-1-3 16,0 0 0-16,0 0-8 0,0 0-11 0,-1-3 8 15,1 2 0-15,1-1 8 0,3-1-10 0,-3 1-3 16,2 0 3-16,2-2 2 0,-3 0 13 15,2-1-21-15,0 2 14 0,0-1-12 0,9-3 13 16,-4 1 0-16,-2 3-10 0,2 1 16 0,-2-1-6 16,-2 2-18-16,1 0 21 0,1 1-10 0,-7 0-6 15,0 0 4-15,8 0 5 0,-1 0 3 16,16 14-13-16,-10-7 23 0,-2 2-7 0,-3-2-6 16,5 0 12-16,-2 6-24 0,1 1-2 0,-3-3 15 15,0 4 2-15,3 3 4 0,-5 1-11 16,-1-2 14-16,-1 1-7 0,1-2-4 0,-3 0-10 15,0 1-8-15,-2-5 11 0,-1 1 18 0,0-3 0 16,0-2-7-16,0 3-12 0,0 0 1 16,0-3 3-16,-14 8 16 0,8-3-18 0,-1-6 19 15,-2 3-5-15,-2-2-12 0,-2-1 12 0,-2 0 0 16,3-3-13-16,2-2 11 0,-3-1 6 16,-5 2-2-16,2-3-19 0,5 0 26 0,-3 0-7 15,-2 0-3-15,-2 0-13 0,-2 0 15 0,-1 0-23 16,3 0-6-16,0 0-17 0,-1 0-25 0,2 0-35 15,1 0-64-15,-1 0 15 0,2 0-287 16,2 0 17-16,-3 0 33 0,2 0 3 0,-13-14 66 16,20 10 17-16,-1-1 10 0</inkml:trace>
  <inkml:trace contextRef="#ctx0" brushRef="#br1" timeOffset="12633.77">23167 14590 209 0,'0'15'159'0,"0"-15"7"0,-22 29-32 0,22-22-39 0,0-4 22 0,1 3-46 0,-2-2-17 16,-1 1-6-16,2-5-6 0,0 0 1 0,0 0-6 15,0 7-6-15,0-7 13 0,0 5-16 16,0-5 10-16,0 0 0 0,0 8 19 0,0-8-25 15,0 7 15-15,0-7 27 0,0 0 0 0,0 0-5 16,0 6-4-16,0-6 0 0,0 0 2 0,0 0-13 16,0 0-3-16,0 0 21 0,0 6-22 0,3 0-5 15,-1-6 6-15,-2 0-17 0,0-2 6 16,-2 2 3-16,4-4-13 0,-1 0-8 0,-1 1 3 16,0-2-3-16,1 0-2 0,-1 0-5 0,0-2 11 15,3 1-16-15,-1 1 0 0,-2 5 1 16,0 0 7-16,0-8-12 0,0-5 0 0,0 2 3 15,9-21-6-15,-6 16-2 0,-2 1 17 16,-1 4-11-16,0 2-4 0,0-2-1 0,0-2-1 0,0 3 2 16,0 2 4-16,0-1-2 0,0 0 4 15,0 0-10-15,0 1-6 0,0-4 2 0,0-1 5 16,0 0 0-16,0 1 7 0,0 1-2 16,0 0-3-16,0-2-4 0,0-2-5 0,0 2 2 15,0 3 13-15,0 0-8 0,0 1 13 16,0 1-3-16,0 1-13 0,0 7 0 0,0-8 1 15,0 1 5-15,0 0-1 0,0 7-1 0,0-9-6 16,0 2 7-16,0 1-1 0,0 6-3 16,0-8-2-16,0-1 4 0,-4 0 6 0,4 3-8 15,0 1 0-15,-2 2 13 0,-1-2-9 16,3 3-2-16,0-2 7 0,-1 0 2 0,1 2-3 16,-1-1 10-16,1 2-2 0,-2 0-9 0,2-1 4 15,0-1 11-15,0 3-16 0,0-3 3 16,0 2-6-16,-1 1 8 0,1 0 2 0,0 0-7 15,0 0-6-15,0 0 7 0,0 0-6 16,0 0 1-16,0 0 1 0,0 0 3 0,0 0 6 16,0 0-9-16,0-6 3 0,0 6 6 0,0 0-10 15,0 0 0-15,0 0 7 0,0 0 12 0,-2-8-2 16,3 10-9-16,-1 2 11 0,1-2 8 0,0 3-10 16,-1 2-4-16,0 0 8 0,3 11-13 0,-3-7 4 15,4 22 13-15,0-8-11 0,-2-4-7 16,1 5 6-16,-2 2 4 0,0 1 0 15,3-2-17-15,-3 0 17 0,1-1-8 0,2 1 1 16,-3 4-1-16,-1-4-4 0,0-1-9 0,0-13 6 16,0 4 8-16,0 2 1 0,0 1-17 0,0-3 14 15,0-4-5-15,0-1 1 0,0-5 4 16,0 0-6-16,0-7 12 0,0 7-4 0,0-7-4 16,0 0 4-16,-7 10-19 0,6-13 15 15,0-2-2-15,1 1-1 0,1-1 5 0,-2-1-20 16,1-1 4-16,0-3 11 0,0-3-5 15,0 1-6-15,0 0 4 0,0-3 9 0,0-3-4 16,0 1-9-16,0-1 2 0,0 0 3 0,0 1 13 16,0-1-19-16,0-1 11 0,0-1-10 0,0 2 1 15,0-4 15-15,0 1 4 0,0 1-6 16,0 0-3-16,0 0-8 0,0 0 6 16,0 3 2-16,0-1-1 0,0 0 3 0,-10-16-12 0,8 19 13 15,2 3-12-15,0 12-7 0,0-11 9 16,0 2 7-16,0 0-4 0,0 0-3 0,0-3 8 15,0-2-1-15,0 2 0 0,0 0-9 0,0 2 3 16,0 1 13-16,14-16-21 0,-14 11 9 16,3 3 2-16,-2-1 5 0,1 3 3 0,-1 1-8 15,1-6 1-15,-2 7 0 0,0-2-2 0,0 1-11 16,0 2 5-16,0-1 3 0,11-4 5 16,-10 7-11-16,-1 1 6 0,1 1-4 0,-1-1 17 15,2 0 1-15,-1 1-16 0,-1 2 3 16,0 0 5-16,0-1 3 0,1 1-10 0,-1 0 9 15,0 0 1-15,0 0-3 0,0 1 1 0,1-2-9 16,-1 2-8-16,0-1 5 0,3 0 12 16,-3 1 1-16,1-1-8 0,0 1 12 0,2 2-2 15,-1-2-6-15,1 2 5 0,-2-2-1 0,3 1-9 16,0 2 9-16,-1 0-3 0,-1 0 11 16,11 9-13-16,-7 0 17 0,1 1-8 0,-2-1 2 15,1 2-1-15,-1-2-13 0,0 2-3 0,1 0 6 16,-1 1 0-16,0-1 11 0,2 4-9 0,-1-7 13 15,-3 5-6-15,4 2-1 0,-1-3-3 0,2-3 10 16,-2-1-24-16,3 2 4 0,-5-5 4 16,1 7 6-16,1-5-12 0,2 3 12 0,-3-1 4 15,4-1-2-15,-2 3-2 0,-4-6 4 0,3-4-16 16,-3 3 1-16,1 0 6 0,3 8 6 16,2-2-13-16,-7-5 19 0,5 4-5 0,-4-3-1 15,1-3 3-15,0-1-5 0,-1 0-4 0,-1 0-1 16,3-1 13-16,-2 0-10 0,1 10-5 15,0-4 19-15,-1-3-1 0,1-2-3 0,-1 2-4 16,-1-3-18-16,1 0 3 0,0 0 6 0,-3 0 9 16,2-1-11-16,0-1-1 0,0 0 16 0,-1-1-8 15,0 2 3-15,2-1 4 0,-1 2-11 0,0-3 6 16,0 2-2-16,0 0 14 0,2 1-8 16,-3-1-13-16,0 0 21 0,3 2 1 0,0-2-9 15,-1 0-3-15,0 0-3 0,0 0-9 0,-2-1 1 16,0-1 2-16,0 2 10 0,2-2-8 15,-2 0 9-15,1 1 10 0,0-1 1 0,0 0 1 16,-2-2-8-16,0 0 3 0,0 0-3 0,2-4 4 16,-1 0 4-16,-1 1-12 0,0-3 7 15,2 3 1-15,-4-4 14 0,2 0-20 0,0-1-11 16,0 0 19-16,0-8-20 0,0 1 9 0,0-1 5 16,0 1-1-16,0 2-2 0,0 0 4 15,0-1-3-15,0-1 15 0,0 1-13 0,0-1-5 16,0 0-9-16,0-1 8 0,0-2-23 0,0 1 6 15,0 1 16-15,0-1 3 0,0-1-23 16,0 0 21-16,0 0 3 0,-9-19-21 0,8 19 18 16,-2 0-3-16,3-1 0 0,0 11 3 0,0-3-1 15,0-3-10-15,0 0-10 0,0 2 22 0,0 1-21 16,0 2 24-16,0 2-1 0,0 0-12 16,0 7 20-16,0-7-11 0,-9-5 0 0,9 6-21 15,-1 3 2-15,0-2 18 0,1 1 15 0,0 0-17 16,0 0 0-16,-1 0-13 0,1 1 9 15,0-2 0-15,0 1-30 0,0 2-12 0,0-3-7 16,0 5 1-16,0 0-12 0,0-8-5 16,0 1-22-16,0-1-7 0,0 8-25 15,0-8 13-15,12-12-97 0,-12 10-67 0,0 3-109 16,3 2 26-16,-3 2-47 0,0 3 44 0,0 0 14 16,-3-1 39-16</inkml:trace>
  <inkml:trace contextRef="#ctx0" brushRef="#br1" timeOffset="15217.87">23921 14041 219 0,'0'0'141'0,"0"0"3"0,0 0-5 0,0 0 10 0,0 0-24 0,0 0 16 0,0-12-39 0,0 12-5 0,0 0 11 16,0 0-3-16,0 0 5 0,0 0-22 15,0 0 4-15,0 0 0 0,0 0-8 0,0 0-2 16,0 0-11-16,0 0-1 0,-21 10-5 0,21-4-4 16,2 0 5-16,-2 1-3 0,0-7-11 15,0 12 1-15,0 4-2 0,0 2-5 0,0 1 3 16,0 1-1-16,0 1-6 0,0 2-7 0,0-1-6 16,0 1-6-16,0 3-14 0,0 0 5 15,0 1 6-15,0-4-2 0,0 1-14 0,0 0 6 16,0-3 7-16,0 0-9 0,0-1 12 0,0-2-4 15,0-3-12-15,0-2 17 0,0 0-7 16,0-3-11-16,0-2 7 0,0 0 13 0,0 0-1 16,0-1-13-16,0 0 20 0,0-1-22 0,0 0 4 15,0 0 19-15,0 3-7 0,0-1-15 16,0-2 2-16,0 2 15 0,0-1-4 0,0-1-3 16,0 0-1-16,0 2-12 0,0-8-6 0,0 9 21 15,0-3 0-15,0-6 4 0,0 8-27 0,0-8 8 16,0 5-2-16,0-5 0 0,0 0-5 15,0 7 20-15,0-7-21 0,0 0 11 0,0 0 3 16,0 6-18-16,0-6 7 0,0 0 0 0,0 0-1 16,-9 11 0-16,9-8 19 0,0-2-19 15,-1-1 15-15,-1 1-1 0,1 1-14 0,1-2 15 16,0 0 9-16,0 0-1 0,0 0-13 0,1 1-14 16,-1-1 26-16,-1-1-25 0,1 1 12 0,-1-3-2 15,1 1-4-15,-1-1-6 0,1 0 2 16,0-1 9-16,-2 1-12 0,1-2 0 0,-1-1 18 15,2 1-20-15,-2 0 16 0,2 1-4 0,0 4 1 16,0 0-6-16,0-7 0 0,0 7 8 16,0-10 0-16,0 3-9 0,0 1-6 0,0 6 15 15,0-9-13-15,0 3 15 0,0-2 5 16,0 2-4-16,0-7-4 0,-6-10-4 0,3 13 3 16,2 0-12-16,-1 3-4 0,2-1 19 0,0-2-4 15,0-3-12-15,0-3 19 0,0 1-1 0,0 1-6 16,0 0-11-16,0-3 10 0,0 3-6 0,0 2 8 15,0 1-11-15,0 0 3 0,0 2 5 16,0 0 2-16,0 1 0 0,0 1 14 16,0-1-19-16,0 1-6 0,0 0 1 0,0-1 20 15,0 0-13-15,0-5-4 0,0-3-12 0,0 0 29 16,0 3-14-16,0 0 2 0,0 3-11 16,0 1 3-16,0 1-2 0,0 0 12 15,0 1-8-15,0 0 8 0,0 7-21 0,5-17 1 16,-4 10 6-16,0 3 12 0,1-2 3 0,-2 1-1 15,1-2-2-15,0 1 2 0,0 1 11 0,-1-3-7 16,4 2-4-16,-3 0-23 0,1 1 23 0,1-9-19 16,1 4 9-16,-2 2 21 0,2 2-12 15,-4-1-3-15,2 3-10 0,1 0 18 0,-2 0-6 16,2 1-14-16,-3-1 13 0,2 0-18 0,-2 2 15 16,4-2-11-16,-3-1-3 0,0 4 22 15,1-2 12-15,0 1-9 0,-1-3-5 0,2 3-22 16,0-1 20-16,-2 0-18 0,0-1 18 0,2 0-5 15,1 3 6-15,-3-1-1 0,2 0-19 0,3-1 27 16,-2 3-5-16,-1-2-5 0,1 2-3 16,1-1-19-16,1 0 14 0,-2 1 8 0,2 0 0 15,-2 0 0-15,2-1 11 0,-1 1-8 0,-1 0-1 16,1 0-6-16,1 0 1 0,-6 0-18 0,0 0 7 16,8 0 5-16,-1 0 12 0,-7 0-14 15,15 10-4-15,-11-7 23 0,-1 0-6 0,0 1 2 16,2 0-6-16,-1-1-3 0,0-1 0 15,-1 3 1-15,3-2 1 0,-2 1 5 0,5 6-5 16,-6-2-1-16,3-2 15 0,-4 0-17 0,0-1 8 16,-2-5-10-16,0 0 0 0,0 8 13 0,0-2 2 15,0-6-6-15,0 7 14 0,0 1-9 16,0-1-3-16,0 0-5 0,0-2 1 0,0 2-6 16,0-1-2-16,0 1 14 0,-11 4 0 0,10-4-5 15,0 8 13-15,-3-6-8 0,1-1-3 0,1-3-4 16,-1-1 1-16,2 2-5 0,-3-2 1 15,3-1 3-15,0 1-4 0,-3 0 5 0,2 1-13 16,-3 8-2-16,0-6 22 0,-1-2-22 0,2 4 35 16,-2-5-14-16,3 0-3 0,2-1 2 15,-2 2-2-15,1-3-15 0,-1 1 8 0,2-1 4 16,-2 1 4-16,1 0 22 0,-1 0-29 0,2 1 6 16,-2-2-6-16,-1 1 16 0,2-1-2 0,1 0 2 15,-3 0 8-15,0 1-4 0,3-1-1 16,-2-1-7-16,2 2-5 0,-2-3 13 0,1 2 6 15,-1 0-12-15,2-1 22 0,-3 1-22 0,2 1 1 16,0-2-1-16,0 2 8 0,2-2-3 16,-3 2 0-16,0 0 2 0,2-2-15 15,1-1 8-15,-1 1 1 0,0 1 7 0,1-1-16 16,-2-1 12-16,1 2-28 0,1 0 27 0,-1-2 8 16,1 1-18-16,-2 2 5 0,1-3-18 0,1 1-7 15,0-1 33-15,0 0-31 0,0 0 20 16,-1-1-22-16,1-1 13 0,1 1 1 15,-1-3 8-15,3 3 7 0,-2-3-7 0,2 3 1 16,-2-1-19-16,1-1 21 0,1 1-3 0,0-2-12 16,-1 4 3-16,2-2 6 0,1-1-1 0,-2 0 22 15,2 3-26-15,-1-2-3 0,1 0 5 0,-1 0 16 16,-1 0-38-16,4 1 20 0,-3-1 19 16,1 1-13-16,-1 1-1 0,1-1 9 0,0 1-10 15,1 0-2-15,-1 0 25 0,-5 0-44 0,0 0 17 16,8 0 0-16,0 0 8 0,-8 0-5 15,8 0 13-15,-2 0-30 0,6 11 13 0,-6-9 10 16,-2-2-8-16,2 2 5 0,-2-1 0 0,1-1-8 16,-1 5 5-16,1-3 21 0,-1 1-21 0,0 1-16 15,2-1 11-15,-2 0-8 0,1 0 18 0,-1 1 4 16,-1-1-10-16,1 1-4 0,8 7 3 16,-2-1 8-16,-4-4-10 0,-2 0-1 15,2-1 11-15,-2 2-7 0,-1-2-2 0,1-3-12 16,-2 2 16-16,2 1 1 0,-1-1-9 0,-1-1 10 15,0 2-4-15,0-1 2 0,0 1 4 16,1 0 0-16,0 0-2 0,-3-1 7 0,2 1-11 16,-2 0 0-16,2 0 0 0,-1 0 14 0,0 1-18 15,2 1 0-15,-3-3-15 0,1 2 17 0,-1-1 16 16,3 1-5-16,-3 0 13 0,0-1-12 0,0 0 2 16,1 0 16-16,0 0-6 0,-1-1-14 15,1-1-6-15,1 1 6 0,-2 3-3 0,0-5-2 16,1 2 5-16,-1 0-3 0,0-1-5 15,0-3 26-15,0 0-40 0,0 0 16 0,0 8 3 16,0-8 14-16,0 6-18 0,0-6 11 0,0 8-2 16,0-8-6-16,0 5-13 0,0-5 28 0,0 7-29 15,0-7 16-15,0 6 5 0,0-6-1 16,0 7 20-16,0-7-4 0,0 7-43 16,0-7 5-16,0 7-4 0,0-7 2 0,-10 14 2 15,10-12 16-15,-3 3 0 0,3-1-10 0,-2-2 1 16,2 3-3-16,-2-1 7 0,0-2 8 0,-1 3-23 15,2-4 2-15,-1 2 1 0,-1 0 24 16,2-1-2-16,-2 0-7 0,2 1 15 0,-2-2-2 16,1 2-6-16,-1-1 8 0,-1-1-2 15,2 1-2-15,-2 0-1 0,-2-1-1 0,2 0 8 16,0-1-2-16,1 3-40 0,1 0 28 0,-3-2-13 16,1 1-1-16,1 1 3 0,-2-1 13 0,0 0-1 15,1-1-1-15,0 1-14 0,2 0 2 0,-2-1 16 16,0 0-3-16,1 0-3 0,-1 0-19 15,0 1 1-15,0-1 2 0,0 1 18 0,0-2-3 16,1 1 5-16,-2 0 0 0,1-1-2 16,-2 2 1-16,1-1-14 0,0-1 16 0,0 2-7 15,0-2-6-15,-1 2 2 0,-1 0 1 0,3-2-5 16,4 0 12-16,0 0 5 0,-9 0-1 16,3 0-28-16,-3 0 1 0,9 0 2 0,-9 0 2 15,1 0 2-15,2 0 19 0,6 0-10 0,-10 0-35 16,2 0-25-16,3 0-40 0,-3 0-57 15,8 0-39-15,-10 0 17 0,3 0-228 0,7 0 30 16,-7 0 30-16,7 0-52 0,-9 0 46 16,9 0 0-16,-9 0 37 0,9 0 4 0,0 0-3 15</inkml:trace>
  <inkml:trace contextRef="#ctx0" brushRef="#br1" timeOffset="21934.61">25464 14200 247 0,'0'0'129'0,"0"0"-60"0,0 0 32 0,0 0-18 0,0 0-10 0,0-13 46 0,0 13-28 16,0 0 4-16,0 0-17 0,0 0 3 16,0 0 13-16,0 0-35 0,0 0 42 0,0 0-26 15,0 0 3-15,0 0-2 0,0-13 0 0,0 13-15 16,0 0 8-16,0 0-12 0,0 0-1 16,0 0-1-16,0 0-5 0,0 0 2 0,0 0 0 0,0 0-2 15,0 0-13-15,0 0 14 0,0 0-11 16,0 0 5-16,0 0 14 0,0 0-11 0,0 0-1 15,0 0-3-15,0 0-15 0,0 0 4 16,0 0 2-16,0 0 5 0,0 0 10 0,0 0-14 16,0 0 0-16,0 0 13 0,-11 3-9 0,16 15 11 15,-3 1-18-15,1 0 15 0,-2-2-23 16,2 4 11-16,-3 1-14 0,5-3 16 0,-2 5-12 16,-2-5-10-16,-1 5 7 0,1 0-6 0,-1-14 1 15,0 6-7-15,0 3 11 0,0 1-9 16,0 1 9-16,0 1 5 0,0-2-14 0,0 0-14 15,0-5-1-15,0 0 8 0,0-2-6 0,0 1-6 16,0-3 6-16,0-3 17 0,0 1-18 16,0-3 12-16,0-6-2 0,0 8-16 0,0-8 10 15,0 5-2-15,0-5 8 0,0 0-18 0,0 7 10 16,0-7 9-16,0 0-15 0,0 6 4 16,0-6-6-16,0 0-3 0,0 0 11 0,0 0-12 15,0 0 9-15,4 9-5 0,-5-10-2 0,1 0-2 16,0-1 14-16,-1-1-12 0,1 1 8 0,-2 0 0 15,1-3-8-15,1 2-1 0,0-3 14 16,-3 4 1-16,3-4-11 0,-1 1 14 0,1 0-2 16,0 0-1-16,0 5-4 0,0 0-3 0,0-8-5 15,0 8-2-15,0-8 13 0,0 2-14 16,0 0-1-16,0 6 24 0,0-9-4 0,0 1 0 16,0 1-6-16,0 7-4 0,0-9-9 0,0 0 2 15,0 2 12-15,0-6-2 0,0 1-13 0,0 0 22 16,0 2-13-16,0 2 6 0,0-1 1 0,0 2-5 15,0-1-5-15,0 0 1 0,0 2 9 16,0 6-10-16,0-11-6 0,0 3 18 16,0 1-3-16,0 7 0 0,0-9 5 0,0 1-2 15,0 3-2-15,0-3-12 0,0 8 7 0,0-9-2 16,0 2-9-16,0 1 8 0,0-1 7 0,0 7-14 16,0-8 7-16,0 1 14 0,0 1-4 0,0 0-1 15,0 6-4-15,0-9-7 0,0 3-3 16,0 6 15-16,0-9-11 0,0 1 0 0,0 8 11 15,0-8 4-15,0-1-14 0,0 9 10 0,0-8-3 16,0 2 0-16,0 6-5 0,0-9-10 16,0 3 5-16,0 6 12 0,0-7 2 0,0 7-20 15,0 0 24-15,0-8-11 0,0 8-8 0,0 0 3 16,0-7-5-16,0 7 3 0,0 0 10 16,0-7-5-16,0 7-11 0,0-7 8 0,0 7 11 15,0-7-15-15,0 7 4 0,0-7-3 0,0 7 2 16,0-7 11-16,0 7 0 0,0-7-13 15,0 7 18-15,0-7-3 0,9 0-14 0,-8 5 12 16,-1 1-10-16,2 0-3 0,0 0 7 16,-2-1 8-16,1 0-14 0,1-1 6 0,0 1 19 15,-2 1-6-15,1 0-16 0,1-1 12 0,-2-1-15 16,1 3 1-16,0-1 3 0,2 1 13 0,-2-1-2 16,3 1-18-16,-3-2 28 0,2 1-8 15,2 1-6-15,-1-1 6 0,0 0-24 0,-2 1 11 0,2-1-3 16,1 1 12-16,-5 0-8 0,0 0-4 15,5 0 24-15,-5 0-12 0,10 0 1 0,11 13-9 16,-15-11-3-16,2 0 2 0,-2 1 9 16,2-2-5-16,-4 2-15 0,1-2 17 0,0-1 9 15,0 2-8-15,-1-1-2 0,-1-1 5 16,0 3-14-16,1-2 13 0,-1 0-14 0,1 2-37 16,-3-3-41-16,4 0-51 0,-4 2 12 0,1-1-179 15,-1-1-114-15,0 2 31 0,-1 0 25 16,-1 0 24-16,1-1 21 0,-1 0 13 0,2 0 2 15</inkml:trace>
  <inkml:trace contextRef="#ctx0" brushRef="#br1" timeOffset="23117.11">25996 13893 280 0,'0'0'193'0,"0"0"-52"0,0 0-19 0,0 0 17 0,0 0-8 0,0 0 7 0,0 0-2 16,0 0-26-16,0 0 18 0,0 0-22 15,-5 2 4-15,8 4-14 0,-2 1-2 0,0-2-4 0,1 2 6 16,0 10-25-16,-1-3-7 0,2 3 12 16,0-5-7-16,0 6 5 0,-3 2-10 0,1-6 4 15,2 2-11-15,-3-5-1 0,0 0-8 0,0 5-10 16,0 0 17-16,0 0-5 0,0-2-5 16,0 1-7-16,0 3 15 0,0 0-11 0,0 0-7 15,10 21-13-15,-8-20 2 0,-2 0-10 0,2-3 4 16,-2 2 12-16,0-5-8 0,2-1-16 15,-2 6 17-15,1-5-2 0,0 0-6 0,-1 4 0 16,0-3-7-16,1-2-9 0,1 0 15 0,-1-4-1 16,0 1-3-16,-1 0-15 0,3 7 7 15,-1 1 9-15,-2-5-6 0,0-3-14 0,1 1 14 16,2-4-8-16,-2 0 19 0,1 0-5 0,-2-6-4 16,0 0-1-16,0 8 9 0,0-2-8 0,0-6-7 15,0 8 8-15,0-1-15 0,0-1-4 0,0-6 11 16,0 9 4-16,0-3-8 0,0-6 6 15,0 8 3-15,0-8 6 0,0 9-11 0,9 3-3 16,-7-8-3-16,0 0 1 0,-1-1 7 16,0 1-8-16,-1 0-7 0,3-1 21 0,-1 2-15 15,-2-1 14-15,3-1-5 0,-1 1-3 0,-2-2 5 16,1 1-15-16,1 0 15 0,-1 1-18 0,0 0 16 16,1-2-11-16,-1 1 13 0,0 1 5 15,3-2-14-15,-1 1 14 0,0-2-5 0,0 0-6 16,3 0-14-16,-6-1 13 0,0 0-12 0,7 0 8 15,-1 0 0-15,7-10-19 0,0 3-31 16,-2-2-26-16,-2 2-47 0,-1 3 12 0,-3 1-105 16,-3-1-100-16,-2 1-79 0,2-1 25 0,-2 3 24 15,1 0 20-15,-1 1 25 0,0 0 4 16</inkml:trace>
  <inkml:trace contextRef="#ctx0" brushRef="#br1" timeOffset="23483.78">25968 14350 209 0,'-1'-3'252'0,"0"3"-48"0,-1-3-13 0,1 3-14 0,1-1-16 0,1-1-20 0,1 2-2 0,-1-1-11 16,0 0-16-16,2 1-16 0,-1-1 0 0,3 0-10 15,-1 1-4-15,1-3-16 0,-1 5-10 0,4-2 3 16,-3-2-15-16,4 2-6 0,-9 0-13 15,7 0-25-15,5 0-28 0,5 0-35 0,13-9 6 16,-30 9-46-16,9 0-50 0,-1 0-52 16,1 0-98-16,-3 0-5 0,-6 0-18 0,8 0 6 15</inkml:trace>
  <inkml:trace contextRef="#ctx0" brushRef="#br1" timeOffset="24333.83">26235 13791 226 0,'0'-4'219'0,"2"2"-22"0,0 1-26 16,-2 1-14-16,3 1-16 0,-1 1-13 16,0 5-14-16,4 13 1 0,0 2-3 0,-2 3-7 15,1 3 0-15,2 1-27 0,-3 3 4 0,1 5 1 16,0 2-19-16,0 4-7 0,0 2 3 0,-1 3-9 16,0-2-4-16,0-3 16 0,-2-1-3 15,3-4-5-15,-2-3 5 0,-2-3 3 16,0 1-2-16,3-1 0 0,-3-2-2 0,-1-7-2 15,0 1-7-15,2-3-7 0,1-4-9 0,-3-9-10 16,0 3 11-16,0-1-2 0,0-1-9 0,0 0-5 16,0-1-9-16,0 0 16 0,0-2-5 15,0-6-3-15,0 7 8 0,0 0-15 16,0-7 7-16,0 5 16 0,0-5-20 0,0 0-2 16,0 7 10-16,0-7-5 0,0 6-13 0,-1-8 6 15,1 2-4-15,-1-1 13 0,0-2-8 0,1 0-5 16,-2-1 11-16,2 1-7 0,0-2-18 15,0 1 14-15,0-2-17 0,0 0 6 0,-1 1 1 16,0-1 13-16,1 6-14 0,0-6 1 16,0-1 16-16,0 0-11 0,0 0 4 0,0-2 1 15,0-3-2-15,0-2-8 0,0-1-2 0,0 1 13 16,0-2-4-16,0 3-11 0,0-4 18 0,11-13 3 16,-7 17-8-16,-1-2-2 0,3 0 6 15,-3-1-4-15,-1 5-19 0,2 4 17 0,-1 1-1 16,-1-2 8-16,1 3-9 0,-1-1-15 15,0 2 18-15,0-1 6 0,1 0-3 0,-1 1-5 16,1-1-13-16,-1 2 14 0,2-1-6 0,-1 0-13 16,1 0 20-16,-2 1-7 0,2 0 0 0,0 0 11 15,0 0-16-15,1 0 5 0,-3 1 13 16,3-1 10-16,-1 2-17 0,1-2 1 0,-1 3 2 16,0 0 7-16,2 0-2 0,-6 0-14 0,0 0 24 15,7 0-7-15,-7 0 6 0,6 0-12 0,8 12 10 16,-9-9-9-16,6 7 6 0,-4 2 7 15,-3-2-8-15,2-2 12 0,-2 1-3 0,1 6-18 16,-1-3 26-16,-1 0-12 0,-2-2 14 0,4 5 5 16,-3 2-9-16,-1 2 15 0,-1-10 12 15,0 4-34-15,0-2 5 0,0 3 8 0,0 1-11 16,0-2-5-16,0 0 18 0,0-2-7 0,0-3-19 16,0 0 15-16,0 0-20 0,0-2-19 15,0-6-19-15,0 9-42 0,0-3-34 0,0-6-35 16,0 8-44-16,0-8 20 0,0 7-198 15,0-7-60-15,0 6 32 0,0-6 26 0,0 0 2 16,0 7 25-16,0-7 40 0,0 0-11 0</inkml:trace>
  <inkml:trace contextRef="#ctx0" brushRef="#br1" timeOffset="25301.66">27497 14143 748 0,'0'0'248'15,"0"0"-26"-15,0 0-7 0,0-14-19 0,0 14-3 0,-6-19-28 0,0 17 6 0,-1 2-28 16,1 0-1-16,-1 1-11 0,-1-1-19 16,-15 14 12-16,10-4-23 0,-2 0 3 0,1 1-26 15,2 3 11-15,0 5 3 0,2-1-23 16,3 0-23-16,-2-2-1 0,6 0 13 0,-1 0-15 15,-2-1 1-15,6-15-13 0,0 9 4 0,0 1-3 16,13 13-10-16,-4-12-5 0,1 3 20 0,3-4-21 16,2 2 7-16,-1-3-6 0,0 0-12 15,5 5 4-15,0-5-8 0,1 2 6 0,0-4 8 16,-2 7-23-16,1-1 17 0,-5-1 5 16,-1 1-15-16,1-1 12 0,-7 1-3 0,1 0 12 15,-2 1-8-15,-2 1-10 0,-2-4-2 0,-2-11 31 16,0 11-6-16,0 0-3 0,-20 14-1 0,8-11 25 15,-1-3 6-15,-4-5 4 0,3 2-14 16,-3-3 23-16,2-1-21 0,-2-4-11 0,7 2 7 16,10-2 3-16,-11 0-11 0,-2 0-15 15,-4 0-2-15,-8-10-38 0,16 6-31 0,1 0-51 16,3 0-18-16,-1 1-41 0,2-2-35 0,-1 1 17 16,4 2-127-16,-3-4-93 0,1 3 30 0,0-2 28 15,3 2 25-15,0-1 23 0,0 2 20 16,0 2 21-16,0 0-55 0,0 0 32 0</inkml:trace>
  <inkml:trace contextRef="#ctx0" brushRef="#br1" timeOffset="26000.62">27735 14164 468 0,'1'-2'286'0,"-2"0"-33"0,2 1-13 0,-1-1-20 0,1-1 2 0,1 1-17 0,-2 1-20 0,1 0 2 0,-1 1-16 16,3 2-23-16,-3 3-16 0,1 1 10 0,3 11-15 16,-3 4 10-16,0 2-39 0,1 3 3 15,-2 4 12-15,1 2-38 0,2-1-11 16,-1-1 7-16,2-3-16 0,-4 0-3 0,7-1-12 16,-1-2 4-16,0-6-11 0,-1 1-9 0,5-5 8 15,-3 0-3-15,-5-4-12 0,2-5 12 0,1 1-4 16,2-4 1-16,-1-1-16 0,-6-1 16 0,0 0-8 15,8 0 1-15,-2 0-3 0,16-11-2 16,-12 3-25-16,7-1 29 0,-11 0-2 16,0 1-1-16,-3 0 1 0,5-7 1 0,2 3-2 15,-4-5-14-15,-1 2 9 0,1 0-5 0,-1-3-6 16,0 2-1-16,-5-2-6 0,2 0 20 16,5-1-18-16,-5 1 4 0,2 0 14 0,-4 4-12 15,0 4-2-15,0-4-8 0,0-2-11 16,0 1 28-16,9-12-5 0,-8 16 7 0,6-3-15 15,-6 5 14-15,0 1-10 0,0 2 17 0,1 1-8 16,-2 5 0-16,0 0 0 0,0 0 28 0,0-6 5 16,0 6 6-16,0 0-7 15,-2-7-19-15,2 7-3 0,2 6 12 0,-2 0-4 16,4 10-15-16,-3 2 28 0,-1-8 0 0,5 19 9 16,-1-7 6-16,0 1-15 0,0 0 22 15,2 0-20-15,-2-1 14 0,-3-1-11 0,4-1-19 16,-1 1 2-16,-1-4-3 0,-1-1 0 15,2-3-15-15,-3-5-16 0,3 2-23 0,-1-3-18 16,-2-2 6-16,0 1-109 0,0-2-47 0,1 2-47 16,-1 1 25-16,-1-7-178 0,0 0-94 0,0 5 27 15,0-5 39-15,0 8 41 0,0-8 25 0,0 8 25 16,0-8 46-16,0 6-44 0,9 3 27 16</inkml:trace>
  <inkml:trace contextRef="#ctx0" brushRef="#br1" timeOffset="26433.88">28476 14174 334 0,'2'-4'290'0,"-4"0"-35"0,1 2-1 15,0 0-26-15,-3-1-29 0,2 1-1 0,-4 2-20 0,1-2-21 16,1 2 15-16,-1 0-18 0,-1 3 1 16,-12 1-8-16,5 2 5 0,-2 1-1 15,3 0-18-15,0 1-13 0,-1 2-14 0,-2 3-11 16,2-1-9-16,-1 3 21 0,3 2 8 0,0 2-17 15,-2 2-11-15,6-2-15 0,-3 1-7 0,3 1-14 16,2 0-19-16,1 1 0 0,3-1 8 16,1-11-2-16,0 3 3 0,0 4-22 0,15 16 20 15,-7-16-6-15,1-4-13 0,2 2-13 0,1-2 1 16,2-1-1-16,-2-3-98 0,3-3-42 16,-3-1-51-16,-1-1-31 0,0-3 18 0,-2 0-221 15,-9-1-15-15,13 0 0 0,6 0 29 0,-5 0 26 16,3 0 23-16,16-7 21 0,-20 0 20 0,7-1-3 15</inkml:trace>
  <inkml:trace contextRef="#ctx0" brushRef="#br1" timeOffset="26867.13">28988 14080 298 0,'-3'-1'341'0,"-3"-1"-54"0,3 1-15 0,-1 0-37 16,-1 1 12-16,-2 1-12 0,3-1-19 0,-4 3-12 0,1-3 5 0,-18 12-8 15,14-5-23-15,-5 2 0 0,1-1-13 16,1 3 11-16,0-1-37 0,-1 2 22 0,0 5-26 16,0-3-6-16,4 2-3 0,-1 2-13 15,5-1-14-15,-5 0 11 0,-1 1-19 0,7 4 0 16,-2-2-4-16,2 1-9 0,2 3-5 0,4-3-9 16,-1 4-3-16,1-12-2 0,0 1-18 0,12 22 9 15,-5-16-7-15,-1-3-7 0,7 1-1 16,-1 0-9-16,2-4-8 0,-3 0-22 0,7-5-23 15,-5 2-18-15,5-1 4 0,-4-4-99 0,-3-4-46 16,2-1-53-16,-4-1 23 0,-9 0-212 16,7 0-83-16,0 0 43 0,6-11 35 0,-8 9 43 15,0 0 26-15,4-1 25 0,-5 2-5 16,13-4 42-16,3-1-5 0</inkml:trace>
  <inkml:trace contextRef="#ctx0" brushRef="#br1" timeOffset="27400.79">29200 14447 706 0,'4'-3'282'16,"-3"0"-18"-16,3 1-11 0,2 1-7 16,0 0-28-16,0-2-3 0,-1 2-27 0,13-3-12 15,0 2-15-15,-2-4-3 0,4 0-18 0,-4 0-35 16,2-1-11-16,-2-1 6 0,-1 7-17 15,-1-8-32-15,1 7 12 0,-2-6-1 0,0-1-1 16,0 1 2-16,-1-1-18 0,-1 4-3 16,-5-1-8-16,0 1-9 0,0 0 7 0,-3-1-7 0,0 1-10 15,2 1 12-15,-4-3-7 0,2 2-21 0,-2-1 10 16,0 1 15-16,-1-2-5 0,0-1 11 16,0 0-3-16,0-4 28 0,0-1-8 15,-11-9 0-15,7 15 21 0,3 0 10 0,-4 2 1 16,0 0 0-16,1 0-32 0,-9-1 12 0,0 1-2 15,2 1-3-15,-1 3-12 0,3 1-1 0,0-1 0 16,9 1-1-16,-10 0 2 0,2 0-2 16,-2 0 4-16,-18 13-3 0,14-8-3 0,1 2 2 15,-2-1-1-15,6 0-5 0,1 4 3 16,-1 3 8-16,-1-1-15 0,1 1 13 0,1 3 10 16,2 4-3-16,1-5-11 0,2 7 11 0,2 0-11 15,1-1 1-15,0-8-2 0,0 5 1 16,0 2-16-16,14 23-8 0,-8-24 10 0,4-3 5 15,6 0-20-15,-3-2 0 0,3-3-17 0,1 0-10 16,1-5-37-16,0-6-21 0,-5 0-26 16,3 0 11-16,6 0-151 0,25-13-47 0,-21 8 26 15,-3-4-202-15,3 3-60 0,-5-1 46 16,1 4 24-16,1 0 30 0,-9 2 40 0,-5 1 26 16,5 0 11-16,5 0 14 0,3 0 35 0,2 0-27 15</inkml:trace>
  <inkml:trace contextRef="#ctx0" brushRef="#br1" timeOffset="27884.09">30062 14045 237 0,'-12'0'424'16,"-2"0"-80"-16,-4 3-43 0,8-3-18 0,-19 10 0 0,9-2-35 0,0 2 26 0,2 0 8 0,-2 5-18 15,3-3-34-15,2 1-18 0,2 1-20 0,0-3-24 16,3 2-9-16,0-2-16 0,3 0-35 0,4-4 9 15,1 0-15-15,2 2 3 0,0-9-27 16,0 0-9-16,12 10-14 0,0 1 2 0,5-5-21 16,1 2 0-16,0 1 10 0,4 0-23 15,-2 3 7-15,4-2-22 0,-4 4 5 16,4 0 6-16,-4-2-12 0,-4 5 4 0,2 1-23 0,-4-2 17 16,-2 3 3-16,-3-1-3 0,-3-1 5 15,-3 2-12-15,-3-5 22 0,0-6 3 0,0 5-6 16,-16 15 21-16,4-13 9 0,-1-2 0 15,2 1 3-15,-2-3-7 0,-4-2-8 0,-2-3-26 16,3 1-31-16,-1-4-38 0,3-2 6 0,3 2-90 16,11-3-58-16,-9 0-45 0,1 0 25 15,8 0-157-15,-17-11-105 0,13 8 9 0,3 0 31 16,-1 0 67-16,2-1 0 0,0 3 29 0,0-2 14 16,2 1 0-16,1 0 24 0</inkml:trace>
  <inkml:trace contextRef="#ctx0" brushRef="#br1" timeOffset="28366.97">30555 14094 298 0,'0'-5'414'0,"0"2"-34"0,0-1-16 0,-7-9-46 15,5 4 35-15,-2 6-30 0,-1-2-16 0,-2 3-19 16,2 0-35-16,-4 2-6 0,1 0-28 16,-3 0-22-16,-4 0-18 0,-19 10-18 0,15-3-5 15,1 2-33-15,2 0-12 0,1-1 0 0,6-1-20 16,0 5-13-16,4-2 3 0,2-1-18 0,1 1-23 15,0-2 4-15,2-8-3 0,0 11-18 16,17 15-28-16,-4-12 17 0,1 2-37 0,2 0 9 16,-1 2-13-16,5-3-22 0,-2 1 32 0,4 2-13 15,-3 1 12-15,-1 1-9 0,0-2-1 0,-7 3 17 16,5 1 1-16,-5-1-11 0,1 5 20 16,-3-4-10-16,-4 0 17 0,-1-2-12 0,0-1 33 15,-4-12 0-15,-16 17 7 0,7-11 11 0,0-1-12 16,-5-5-20-16,-1-3-13 0,-2 4-5 15,2-8-55-15,1 2 7 0,2-2-132 0,2 0-69 16,-6 0 24-16,-18-11-272 0,16 7-8 0,3 1 50 16,2 1 30-16,1 1 32 0,1 0 56 15,11 1 6-15,-8 0 50 0,-3 0-37 0,1 0 32 16</inkml:trace>
  <inkml:trace contextRef="#ctx0" brushRef="#br1" timeOffset="42217.38">23965 15484 251 0,'0'0'129'0,"0"-14"-20"0,0 14-16 0,0 0 23 0,0 0 2 0,0 0 6 0,0 0-22 0,0-13 22 0,0 13-22 16,0 0-12-16,18-16 9 0,-18 14-26 0,0 2 12 16,0-1-3-16,0 0-9 0,-3-2-2 15,3 3 11-15,-1-3-14 0,-3 2-5 0,3 0 12 16,0-1-14-16,-1 0-2 0,0-1 10 0,0 1-13 16,-2 0 9-16,2 0-10 0,1-2-10 15,-3 2 14-15,1-2-4 0,-2 3 8 0,4-2-5 16,-5 1-9-16,3-1-5 0,-2 2-2 15,1-1 12-15,-1 1-8 0,0-1-4 0,-2 0-15 16,1 2 4-16,0 0 9 0,-2 0-11 0,8 0-5 16,-14 0-4-16,1 0 5 0,3 0-16 15,-2 0 13-15,3 0 13 0,2 0 3 0,-10 11-17 16,11-10 13-16,0 2-21 0,3-2 17 0,-11 6-11 16,5-1 10-16,0-2-9 0,-3 5-5 15,5-3-1-15,-4 6 3 0,2-4 3 0,0 4-3 16,6-4-12-16,-6 2 16 0,5 4 6 0,-4-4-16 15,7-2-1-15,-3 0-3 0,1-1-14 16,0 9 8-16,-3-1-5 0,4-3 13 0,-6 2-13 16,7-1 5-16,1 5 19 0,0-6-18 15,0-12-5-15,0 9 12 0,0-1-6 0,0 1 7 16,0-3-20-16,13 22 15 0,-9-18-1 0,2 5-5 16,-2-5 13-16,5 2-11 0,-5-3 12 0,1 0-21 15,-1-2 8-15,1-1-19 0,-1-1 17 16,-1-1 7-16,1-1-2 0,8 11 15 0,-5-8-17 15,2-3-3-15,-1 2-9 0,-2-2 7 16,0 0 7-16,0-2-6 0,-1 0-5 0,0 1 16 16,0 0-4-16,2-2-16 0,-4 1 5 0,-3-1 4 15,0 0-5-15,10 0 15 0,-2 0-3 16,-3 0 1-16,-5 0-11 0,9 0 17 0,0 0-3 16,-1 0-8-16,-8 0 8 0,15-13-23 0,-9 13 19 15,-3-2-7-15,5-2 12 0,-4 2-7 0,1-2-5 16,7-6 24-16,-2 3-34 0,-1-2 8 0,-4 1 10 15,3 3-5-15,-5 0 12 0,1 1 4 16,0 0-9-16,0-1-19 0,-2 1 8 0,1-1 6 16,-1 0 2-16,0 0-4 0,3-9 6 15,-2 2 12-15,1 4 1 0,-2 2-11 0,0-1-4 16,0 2-4-16,-1-2 11 0,0 1-5 16,2-1 8-16,-2 2-7 0,2 1-1 0,-3-3-10 15,1 1 10-15,0 1 0 0,2-1 0 16,-3 6 2-16,0 0-22 0,0-8 18 0,0 2-8 15,0 6 13-15,0-9-9 0,0 1 6 0,0 8-3 16,0-8-11-16,0 2 16 0,0 0 0 0,0 6-10 16,7-18 13-16,-7 13-17 0,3-1 18 15,-2 3-16-15,-1 0 6 0,0 3-8 0,0 0 27 16,0-8-8-16,0 8-20 0,0-6 16 0,0 6-26 16,0-8 7-16,0 8 15 0,0-6 2 15,0 6-2-15,0 0 9 0,0-6-8 0,0 6-1 16,0 0-9-16,0-8 10 0,0 8-1 0,0 0-22 15,0-7 22-15,0 7-5 0,0-7 1 0,0 7 11 16,0 0-8-16,0-5-9 0,0 5 10 16,0 0-1-16,0 0 1 0,0-9 5 15,0 9-6-15,0 0 18 0,0 0-7 0,0 0 5 16,0 0 13-16,0 0-13 0,0 0 2 0,0-6-9 16,0 6 7-16,0 0-13 0,0 0-7 0,0 0-8 15,0 0 14-15,0 0-4 0,0-6 10 16,0 6-12-16,0 0 21 0,0 0-8 15,0 0-13-15,0 0 18 0,0 0-6 0,0 0 2 16,0 0-9-16,0 0-5 0,0 0 6 0,0 0-7 16,9-10 5-16,-9 10-2 0,0 0-7 0,0 2 21 15,0-2-27-15,0 0 19 0,0 0-11 16,1 0 8-16,-1-2 0 0,0 4 0 16,2-2 0-16,-5 0-2 0,3 0 9 0,0 0-25 15,1 0 26-15,-1 0-9 0,0 0-7 0,0 0-10 16,0 0 26-16,0 0-2 0,0 0-1 0,-1 0-1 15,1 0-14-15,1 1 2 0,-1 1 32 16,-1 1-15-16,2 0 12 0,1 1-1 0,-2 0 11 16,1 2-32-16,-1 0 26 0,3 11-6 15,-3-7-9-15,5 18 10 0,-4-9-14 0,0 3-9 16,1-2 3-16,-1 4 2 0,4-2-3 0,-1 0 20 16,-3 1-3-16,1-3-20 0,2 1-2 15,-1 0 13-15,0 2-1 0,2-3-9 0,1 6 8 16,-1-6 6-16,-2-1-20 0,-2 0 14 15,3-1-18-15,0-3 5 0,-1 3 18 0,3 1-31 16,-5-2 6-16,0 0 8 0,1-1 4 0,1 1-10 16,0 0 6-16,-3-2 22 0,0 3-26 15,0-11 23-15,0 3-26 0,0 2 13 16,0 2-11-16,0-3-2 0,0 0 12 0,0-1 6 16,0 0-27-16,0-3 13 0,0 0 8 0,0 0-6 15,0-7-6-15,0 8-1 0,0 0 17 0,0-8 10 16,0 7-19-16,0 0-8 0,-13 6 6 0,12-6 25 15,-1-3-24-15,1 4-1 0,1-1 1 16,-2 0 12-16,2 8-14 0,-4 3-3 16,0-2 11-16,3 0-16 0,1-3 22 0,-3-3-7 15,2 2-4-15,-5 2-7 0,4-4 3 0,1-3 13 16,1 0-7-16,-1-1-8 0,-1 0 3 16,2-1 5-16,-1-3-9 0,1 2 25 0,-1 0-17 0,0 0-11 15,-1 1 4-15,2-1-1 0,-2 1 9 16,2 0-4-16,-8 8-7 0,3 4 1 0,-5-3-13 15,6-3 2-15,-1-1 1 0,-4 4 12 16,2-4-8-16,4-1-2 0,-3-2 3 16,3 0-3-16,-3-2 1 0,-3 5-3 0,1-7 26 15,1 0-38-15,-1-2 14 0,8-1 15 0,-7 0-8 16,-6 0-1-16,-14-11 6 0,12 5 4 0,0 0 1 16,-5-2 5-16,8 3-5 0,-3-1-3 15,0-2-10-15,5 3 5 0,1-1-22 0,-5 0-18 16,4 1-20-16,1 2-28 0,-1-1-31 0,-3-4-42 15,1 3 16-15,5 2-102 0,-5-5-79 0,6 1-104 16,-2 0 29-16,2-5 28 0,0 2 22 16,4 2 11-16,-2-7 27 0,1-2 0 0</inkml:trace>
  <inkml:trace contextRef="#ctx0" brushRef="#br1" timeOffset="69368.21">25682 15386 328 0,'0'0'208'0,"0"0"-17"0,0 0-21 0,0 0 10 0,0-13-24 0,0 13-9 0,0 0 3 16,-3-21-15-16,1 20-5 0,-1-1-24 0,2-1 2 16,-2 2-14-16,0-1-14 0,0-2-3 15,-1 1-11-15,0 0-5 0,-4-8 6 16,-2 5-3-16,4 1-4 0,-1 1 16 0,2 2-4 16,1 1-6-16,-2-1 1 0,1 2-11 0,0 0-1 15,5 0-2-15,0 0 7 0,-9 0-8 0,1 0 5 16,1 0-13-16,-13 14-8 0,4-9 21 0,3 3-10 15,0-6 2-15,0 8-7 0,2-2 1 16,2-2-6-16,0-1-4 0,5 3-4 0,0-3-5 16,-5 6 12-16,2 2-4 0,-1-1 5 15,3-1-8-15,1-1-2 0,3-2-3 0,-4 9 12 16,-2-3-7-16,4-3-3 0,-3 3 0 0,3-1 12 16,0 3-10-16,-1-5-4 0,2 5-1 15,0-1 10-15,0 4-15 0,-5-3 15 0,5-3-20 16,1 4-3-16,-1-4-4 0,-2 1 12 15,3 1-28-15,1-3 20 0,0-1-1 0,-1-1 1 16,1-1-12-16,0 2 1 0,0 4 0 16,0 1 13-16,0 2 6 0,0-2 0 0,0 0-2 0,14 18 1 15,-13-20-5-15,3 1 0 0,-3 2-3 16,2-4 0-16,-2-1 22 0,0 3-11 0,2-3-2 16,-2-1-1-16,3 4-5 0,0 1-1 0,-4-8 0 15,0 2-2-15,0 2-9 0,0 1 0 0,0 2 1 16,9 15-6-16,-8-14 5 0,-1-2-1 15,4 2 0-15,-2-4 3 0,1 2-5 16,-2 2-2-16,2 1 9 0,0 0-14 0,-2-3 4 16,0-4-2-16,3 6 14 0,0 3-2 0,-2-7 0 15,-2-1 23-15,3-2-2 0,-1 1-4 0,-2 0-10 16,0 1-5-16,0 1 20 0,0 4-15 0,0-2 0 16,13 18-8-16,-6-17 5 0,-7-4 1 15,0-11 5-15,0 8-20 0,0 1 7 0,0-1-12 16,0-2 2-16,0-6-49 0,0 8-19 15,0-8-32-15,0 7-38 0,0-7-7 0,0 0-47 16,0 0 18-16,4 10-59 0,-7-12-34 0,0-1-69 16,2-2 27-16,-7-8 25 0,2-2-102 0,0 0 23 15,1 1 24-15,2-6 15 0,-5 4 45 16</inkml:trace>
  <inkml:trace contextRef="#ctx0" brushRef="#br1" timeOffset="69751.42">25362 15965 312 0,'0'-3'272'0,"1"1"-35"0,-1 1-20 0,-1-2-7 0,1 2-18 0,0-2-28 0,0 2-14 0,0-1 9 0,0 1-14 0,0 0-7 0,0-2-9 16,1 2-2-16,1 1-5 0,-1-2-11 15,1 2 3-15,2-1-17 0,0 2-13 0,0-2 4 0,0 0-14 16,1 0-9-16,1-1-13 0,2 0 18 15,-2 2-22-15,3 0-4 0,20-5-4 0,-10 2-11 16,-3 0-21-16,1-1-25 0,2 0-43 0,-6 3-38 16,-3-2-61-16,3 2 13 0,-5-2-148 15,-8 3-134-15,6 0 29 0,-6 0-10 0,10 0 45 16,-4 0 15-16,-6 0 4 0</inkml:trace>
  <inkml:trace contextRef="#ctx0" brushRef="#br1" timeOffset="70634.14">24451 13989 404 0,'0'0'187'0,"0"0"-26"0,0 0-4 0,0 0-33 0,0 0-11 0,0 0-17 15,0 0-26-15,0 0 19 0,0 0-29 0,0 0-15 16,0 0 14-16,0 0 0 0,5-5 11 0,-1 3 10 16,-3-1 7-16,0 1 13 0,0 0 4 15,-1 1-22-15,0 1-6 0,-1 0 9 0,0 1 1 16,0 1 15-16,-3 0 0 0,1 2-10 0,-1-1 9 16,2 1-17-16,-2-1-2 0,1-1 6 0,1 3 9 15,-3-3-16-15,2 1 11 0,1 0-4 0,0-1-22 16,0-1-5-16,-1 2 3 0,2-1-24 15,-2 1-1-15,1-1-21 0,2 0-1 0,-3-1-21 16,2 1-19-16,-2-1-26 0,0 1-25 16,3-2-18-16,0 3-29 0,-3-3-45 0,2 2 13 15,-2 0-188-15,1 0 26 0,0 1-101 0,0 1 7 16,0 1 27-16,1-2 61 0,0 4-7 16</inkml:trace>
  <inkml:trace contextRef="#ctx0" brushRef="#br1" timeOffset="71117.07">24527 14511 461 0,'-2'1'335'0,"1"0"-44"0,-3 0-41 0,4 1-5 0,0 0-27 0,-3-2-20 0,3 0-21 16,-1 0-27-16,1 0-29 0,-3-2-11 0,3 1-18 15,0-2-21-15,1-1-17 0,2-2-18 16,1-8-10-16,4 0-3 0,-3 3 13 0,0 3-2 16,-5 4-6-16,4 1 12 0,-3-1 9 15,0 3 1-15,0-1 3 0,-2 4 20 0,0 0 3 16,-2 1 7-16,1 2-3 0,-8 7 1 0,1 0 10 15,-2 0-25-15,2 0-19 0,2-5-31 16,0 0-23-16,2-3-48 0,1 1-52 0,2-2-83 16,-2-2 16-16,0 0-257 0,4-1 30 15,0-1-33-15,0 2 24 0,0 1 88 0,3 0-2 16,-1 2 49-16,1 1-52 0</inkml:trace>
  <inkml:trace contextRef="#ctx0" brushRef="#br1" timeOffset="71900.7">24398 15522 259 0,'0'0'396'0,"0"0"-58"16,0 0-30-16,0 0-28 0,0 0-18 0,0 0-3 0,-24 9-37 16,16 3-16-16,-1-3-28 0,3 0 3 0,1-1-36 15,0-5-18-15,2 0-12 0,1 1-5 0,-2-3-37 16,4-1 6-16,0 0-28 0,0 0-22 0,0-8-15 16,2 2-30-16,5-6-23 0,-1-4 9 15,2 1-6-15,-1 3-1 0,-1 1 4 0,-4 4 4 16,3-2 23-16,-1 6-5 0,0 2-8 15,-4 1 23-15,0 1 0 0,0 2 11 0,-2 0 4 16,0 3-6-16,1-2 10 0,-6 10-6 16,2-3 2-16,1-2-6 0,-1-3 6 0,4 2-23 0,-2-3-39 15,1 0-46-15,-2 0-57 0,0-2 12 16,2 3-183-16,-1-3-91 0,2 1 30 0,-2 1 24 16,1-2 8-16,2 4 21 0,-3-1 13 0,3 3 29 15</inkml:trace>
  <inkml:trace contextRef="#ctx0" brushRef="#br1" timeOffset="72250.81">24387 16138 386 0,'0'-4'153'0,"1"-2"0"0,0-2-24 0,0 3-16 0,5-9 3 16,-1 3-20-16,-3 4-44 0,0 2 26 0,1 0 25 16,-1 2 9-16,-1 1-5 0,-1 2 10 0,1-1 13 15,-1 1-4-15,0 1-7 0,-1 0-1 16,1 2 16-16,-3-1-14 0,0 2-22 0,1-2 7 15,0 2-27-15,2 0-4 0,-3-3 0 0,1 1-12 16,0 2-39-16,1-1-31 0,0-1-30 16,-2-2-60-16,3 2 7 0,-1-2-170 0,0 0 22 15,1 0-182-15,0-1 23 0,1-1 27 0,0 2 12 16,2 0 73-16</inkml:trace>
  <inkml:trace contextRef="#ctx0" brushRef="#br1" timeOffset="73100.14">25906 15731 251 0,'0'0'292'0,"0"0"-42"0,0 0-15 0,0 0-7 0,0 0-34 0,-20 3 12 0,23 17-24 16,-3-10-2-16,6 21 5 0,-3-6 6 0,-1-1-18 16,0 0-8-16,0 3-17 0,1 0-5 15,-2-2-15-15,-1 0-24 0,3-4-10 0,-3-10 4 16,0 3-30-16,0 1-42 0,0-3-21 0,0 3-44 15,0-2-37-15,-12 9-55 0,12-16 11 16,-4-2-151-16,0 0-124 0,2-2 29 0,-1-4 25 16,-2 0-9-16,3-1 25 0,-1-1 18 0,1-1 8 15</inkml:trace>
  <inkml:trace contextRef="#ctx0" brushRef="#br1" timeOffset="73285.56">25907 15523 792 0,'0'-7'296'0,"1"2"-36"0,-1 0-23 15,0 1-43-15,0 1-44 0,0 0-35 0,1 2-38 16,1 0-23-16,-1 1-52 0,0 0-42 0,4 2 3 16,-4-1-183-16,2 2 17 0,6 9 16 0,0-1 16 15,1 4-176-15,-1 1 10 0,-1 0 47 16</inkml:trace>
  <inkml:trace contextRef="#ctx0" brushRef="#br1" timeOffset="73685.08">26156 16111 436 0,'-1'18'263'0,"-2"0"-24"0,3-11-14 0,0 2-12 16,0 0-22-16,0-2-17 0,0 1-34 0,0-2 4 15,0-6-28-15,0 7-5 0,0-7 4 16,0 6-7-16,0-6 13 0,0 0 5 0,0 7-20 16,0-7-8-16,-2 6-25 0,2-6 4 0,0-2-3 15,2 0-2-15,-2-1 6 0,-1 2-27 16,1-4-7-16,-1 1 7 0,1 1-15 0,0-1 1 16,0 0-10-16,1 0 17 0,-1-4-22 0,0 2-2 15,0 6-1-15,0-11 2 0,0-4-8 16,0-3-3-16,0 1 8 0,0-2-1 0,0 0 0 15,0 0-4-15,0-2-2 0,0 4 13 16,10-20-9-16,-5 20-2 0,-2 1-7 0,-1 5 13 16,3-3-13-16,1-1 18 0,-4 3-9 0,3 0-9 15,3 2-6-15,-2 2 9 0,-2 0 1 16,3 5-20-16,-1 0-12 0,2 2-29 0,-2 0-23 16,-6 1-46-16,0 0-58 0,8 0 17 0,-2 0-200 15,15 12-88-15,-11-6 31 0,0-3 28 16,4 2 24-16,0 4 21 0,-4-4 4 0,3 5 0 15</inkml:trace>
  <inkml:trace contextRef="#ctx0" brushRef="#br1" timeOffset="74117.39">26623 15797 296 0,'-1'-7'324'0,"-1"1"-37"0,1-1-13 0,-4-8-22 0,0 7 8 16,-2 0-20-16,2 5-11 0,-4 1-7 0,3 2-37 16,-2 0-15-16,-16 13-11 0,10-7-18 0,-3 4-10 15,3 1-2-15,1 1-15 0,0 1-2 16,3 1-11-16,5 2-35 0,-1 0 2 0,-1 2-5 15,6-5-9-15,1-3-24 0,0 2 12 16,14 17-25-16,-1-15 14 0,0 1-13 0,3-2-3 16,2-5-13-16,0 1 6 0,0 2-13 0,1 0 10 15,0 0 6-15,-3 1-6 0,0-1 2 0,-4 2-4 16,2-1 2-16,-9 2-6 0,-1-3 7 16,-3 1 9-16,-1-12 5 0,0 11-14 0,-18 15 2 15,7-13 3-15,-4-2-16 0,0-2 13 16,-1-2 5-16,0-1-21 0,-3-3-12 0,4 0-23 15,0-3-20-15,15 0-21 0,-11 0-35 0,2 0-41 16,-14-13-27-16,16 7 16 0,-1 0-301 16,2 1 32-16,1-1 29 0,3 1 27 0,0 1 26 15,0-1 17-15,0 0 24 0,2 5-5 16</inkml:trace>
  <inkml:trace contextRef="#ctx0" brushRef="#br1" timeOffset="74733.87">27043 15384 265 0,'0'-3'296'0,"-1"1"-26"15,0 0-22-15,-1 0-32 0,2-1-18 0,0 3-7 0,0 0-22 0,-1 1-20 16,1 2-6-16,1 2-13 0,-1 1 0 0,-1 13-18 15,1-10 5-15,0 8-27 0,0 3 8 0,0 5 20 16,0 3-13-16,0 3-10 0,0-1-1 16,5 3-16-16,-5 1 1 0,0 2-3 0,0 0-7 15,0 0-12-15,0 0 22 0,0 1-8 16,0-1-10-16,0-2-16 0,0 0-3 0,0-1 8 16,0 0-8-16,0-2-3 0,0-1-12 0,0-1 0 15,0-3-23-15,0-3 0 0,0-2-30 0,0-2-27 16,8-4-27-16,-8-3-22 0,14 7-31 15,-13-16-21-15,2-2-25 0,-1-1 18 0,0-2-163 16,0-2-118-16,1-1 28 0,-1 0 27 16,2-11 33-16,3 0 19 0,-4 1 12 0,3-1 26 15</inkml:trace>
  <inkml:trace contextRef="#ctx0" brushRef="#br1" timeOffset="75000.28">26991 15775 310 0,'-1'-3'405'0,"-1"0"-74"0,1 2-29 0,0-1-22 16,0 0-30-16,1 0-19 0,0 0 23 15,1-1-30-15,0 1-9 0,2-1-18 0,-1 1-7 16,4-2-39-16,7-1-1 0,5 0-18 0,-2-1-15 15,3 1-13-15,-1 3-65 0,3-6-40 16,0 3-59-16,-1-1-45 0,2 0-54 0,2 3 14 16,-2-1-196-16,-4 3 28 0,1-2 24 0,-9 3 24 15,6 0 21-15,-1 0 19 0,20 14 17 0,-20-10-133 16,2 3 4-16,-1 3 55 0</inkml:trace>
  <inkml:trace contextRef="#ctx0" brushRef="#br1" timeOffset="75668.25">28200 15536 588 0,'-7'0'270'0,"-14"1"-33"0,7 0-26 0,8-1-2 15,-22 9-10-15,7 0-12 0,-2 4-16 0,0 2-4 16,4 0 4-16,0-1-27 0,1 5-24 16,4-2-16-16,5 0 2 0,-1 3-13 0,3 0-18 15,1-1 1-15,5 2-13 0,1-10-11 0,0 6-16 16,0 0 12-16,18 25-1 0,-8-24-17 16,3 1 6-16,-1-1-3 0,4-4 9 0,-1 3-12 15,-1-2-7-15,0 1-9 0,-1-3 0 0,-3 1 6 16,0 0 0-16,-3 0 1 0,-4-2-2 15,-1-3-1-15,-2-9 12 0,0 11-12 0,-19 14-2 16,10-13-22-16,-5-2 24 0,-2 4-13 0,0-3 12 16,-2-2-6-16,-1-1-4 0,1-1-9 0,-1 0 4 15,-2-7-26-15,7 0-25 0,9 0-29 16,-5 0-24-16,1 0-45 0,0 0 14 0,-5-10-161 16,9 6 26-16,1 1 21 0,0-1-158 15,3-1 19-15,1 2 25 0,0-2 23 0,0 1 30 16,5 1 5-16</inkml:trace>
  <inkml:trace contextRef="#ctx0" brushRef="#br1" timeOffset="76567.81">28455 15650 428 0,'-2'-1'291'0,"1"-1"-22"0,0 4-28 0,1-1-6 15,0 4-42-15,0-1 5 0,-1 2-22 0,1 1 1 16,1 12 0-16,-1-8-11 0,0 6-9 0,0 4-8 15,0 1-28-15,0 3 7 0,0 2 12 16,0-1-47-16,0 2-9 0,0-2 25 0,0-1-9 16,0-1-11-16,0 0-9 0,0-3-2 15,0 0-11-15,10 14-9 0,-7-23-5 0,2 2-4 16,0-3-7-16,0-3-6 0,-1-3 0 0,-2-1-7 16,4-2 3-16,-1-2-8 0,0 0-2 15,-5 0-3-15,0 0-3 0,9 0 4 0,11-16-4 16,-7 6-10-16,-3-2-11 0,2-1 0 15,-3-2-1-15,0 0 10 0,-2-5 0 0,1 2-1 16,-2 0 0-16,1-2-1 0,-2 0 1 0,3-3-2 16,-2 0 2-16,-1 2 15 0,-1-1-9 15,-2 4-3-15,2-3-5 0,0 5-15 0,0 2-4 16,-3 0 1-16,1 4 29 0,0 3 0 16,-2-2-2-16,1 0 0 0,0 3-2 0,1 0 0 15,-2 1 2-15,1 1-2 0,0 0 3 0,-1 0 14 16,2 0 5-16,-1 1 3 0,-1 2-6 15,0 1 9-15,0 0 7 0,0 0 9 0,5 12-2 16,-5-4 10-16,4 12-5 0,-4-9-5 0,0 5 13 16,0 4-10-16,0 1 0 0,0 2 0 15,0-2-3-15,0 0-11 0,0 0 5 0,0-1-27 16,0-2-10-16,14 16-10 0,-13-22-41 16,4 5 5-16,-2-7-167 0,-2 0-52 0,2 0 23 15,-2-7-176-15,2 0-117 0,-2 1 58 16,3-4 34-16,-2 1-6 0,1 2 28 0,2-2 53 15,0 2 25-15,0-1-30 0,3-2 3 0</inkml:trace>
  <inkml:trace contextRef="#ctx0" brushRef="#br1" timeOffset="77100.66">29254 15591 468 0,'-5'-1'288'0,"-1"-1"-34"0,-1 2-14 0,1 2-9 0,-10-1-32 0,6-1-3 0,-18 10 11 0,11 0-19 16,-2 3 25-16,-4-1-22 0,6 3-7 15,0 0-19-15,-3 3 38 0,2 3-26 0,3-1-6 16,-3 3-27-16,5-1 8 0,1 3-25 0,1-2-13 16,2 3-17-16,-1-3-15 0,8 1-3 15,2-11-7-15,0 3 7 0,0 3-29 0,20 18-26 16,-15-19-31-16,9-2-1 0,3-3-74 0,-1-2-50 15,0 0-43-15,4-4 14 0,-3 0-208 0,2-1-126 16,-2-1 34-16,2 1 31 0,-3 1 19 16,2-1 19-16,-1 2 29 0,0-5 28 0,-2 1 9 15</inkml:trace>
  <inkml:trace contextRef="#ctx0" brushRef="#br1" timeOffset="77567.8">29671 15640 560 0,'-2'-6'333'0,"2"1"-8"0,-1 1-40 0,-1-1-4 0,-2 1-35 15,1 1-7-15,-3 2-38 0,0 1-16 0,-10 4-22 16,8-4 47-16,-16 11-29 0,7-2 18 0,-2 4-26 15,1 1-6-15,-1 3-3 0,0 1-2 16,5 0-16-16,-4 3-11 0,5 3-17 0,-1 1-1 16,0 0-7-16,3-2-14 0,-1 3-2 0,4-2-12 15,3 2-15-15,-2-2-3 0,4-2-12 16,3-11-18-16,0 2-10 0,13 17-43 16,-6-16-23-16,6-1 5 0,1-5-133 0,-1-3-43 15,2-3-43-15,3 1 28 0,-9-3-245 0,4 0 36 16,1 0-43-16,17-14 35 0,-15 7 38 0,4 3 27 15,-4-3 24-15,5-1 26 0,2 2 11 16,-7 1-30-16</inkml:trace>
  <inkml:trace contextRef="#ctx0" brushRef="#br1" timeOffset="78067.47">29860 15891 262 0,'2'-1'343'15,"-2"0"-51"-15,2 0-34 0,0 1-30 0,1 0-1 16,1 0-19-16,-1 0-6 0,1 0-16 16,2 0-16-16,1 0-13 0,-2 1-12 0,2-1-18 15,0 1 16-15,-7-1-41 0,14 0 19 0,3 0-3 16,1 0-23-16,18-11-18 0,-19 7-9 0,0-1-7 16,-4 2 14-16,1-4-16 0,0 1 6 15,0 0-15-15,-6 1-7 0,0-2 0 16,-1 4-12-16,-2-3 11 0,0 3-12 0,-1-1-2 15,0 2-10-15,-1-1-7 0,-1-2 13 0,0 1-7 16,0-1-2-16,-1 1-13 0,0-3 14 0,-1 7 0 16,0-6 16-16,0 6-5 0,-13-25-2 15,7 14 5-15,-5-1 24 0,3 6 11 0,1 0 3 16,-4-2-13-16,1 6 2 0,-3 0 3 0,4 1-4 16,-1 0-6-16,4 1-8 0,-1 0-1 0,7 0-2 15,-13 0 7-15,-13 13-8 0,14-11 3 16,3 2-4-16,-4 1 5 0,-2 2-8 0,2 3 7 15,-1 1 0-15,0 3 6 0,2 0-14 0,1 2-5 16,-2 4 1-16,3-2 9 0,2 3-22 16,-1 2 8-16,4 0 0 0,-1 0-6 15,5-1-3-15,0 1 6 0,1-14-9 0,0 7-4 16,0-2-14-16,16 16-5 0,-6-22-22 0,3 3-24 16,0-4 7-16,3-2-125 0,-1-5-74 15,-6 0 24-15,6 0-194 0,22-11 36 0,-13 6-143 16,0-7 37-16,-2 5 73 0,0-3 19 15,-2 7 4-15,-4 0 50 0,-5 3 19 0,1 0-5 16,3 0 8-16</inkml:trace>
  <inkml:trace contextRef="#ctx0" brushRef="#br1" timeOffset="78600.78">30517 15650 456 0,'-19'10'336'0,"0"2"-14"0,-1-1-36 0,-1 2-1 0,1 0-24 0,1 1-14 0,4-3-14 15,2 1-51-15,2-2 8 0,4-4-25 0,1 2-45 16,5-2 3-16,1-1-9 0,0-5-14 0,0 0-30 15,12 12-8-15,3-6-31 0,4-1 5 16,2 1-28-16,-1 0-10 0,6 2-8 0,-4 1-15 16,-3 1-6-16,1 1 7 0,-3 0 4 0,-1 1 9 15,-1 2-2-15,-9 0 5 0,3 3-8 0,-5-3 16 16,1 4 2-16,-5-8 4 0,0 0 11 16,0 0 18-16,-16 19 14 0,4-14-2 0,-1 0 2 15,-1-2-7-15,-5 3-14 0,-2-5 19 0,0-1-29 16,-1-4 6-16,-1 0-36 0,2-4-4 15,3-2-53-15,6 0-45 0,1 0-49 0,-2 0 16 16,1 0-248-16,-4-10-21 0,9 4 28 0,5 2 27 16,1 0 24-16,-1-1 24 0,4 1 6 15,6-10 13-15</inkml:trace>
  <inkml:trace contextRef="#ctx0" brushRef="#br1" timeOffset="79050.85">31032 15550 643 0,'-20'9'431'0,"-1"-2"-57"0,-1 2-48 0,-1 0 17 0,1 4-52 0,2 1-24 0,-1-1-39 0,-1 1-17 16,6-3-25-16,-3-1-33 0,12 0-19 0,-2-2-29 16,8 1-15-16,1-9-12 0,0 8-59 0,11 12-19 15,1-10-9-15,4 0-22 0,2-1 1 16,2 0 6-16,2 3 9 0,3 0 17 0,-2-2 29 15,2 2-1-15,-5 0-3 0,1-4 16 16,-2 3 4-16,-7 0-6 0,-1 5 32 0,-7 0 25 16,-3-4 17-16,-1-3 20 0,-18 16-7 0,6-7-15 15,-6 1-9-15,1 0-19 0,-3-4-44 0,-3-3-68 16,3 2 4-16,-4-5-201 0,-1 1 21 0,-1-7-335 16,2-1 42-16,-1-1 35 0,11-1 37 15,-6 0 10-15,-7 0 40 0,-4 0 51 0,-2 0-25 16,-3 0 42-16,-44 12-13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3-16T11:48:29.2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4098 12398 212 0,'0'0'242'0,"0"-15"-68"0,-13 15 16 0,-2-25-25 0,15 20 4 0,0 0-25 0,-2-2 8 0,0 4-24 0,4-2-14 0,-2 5 13 0,0 0-11 0,0 0 5 0,0-9-11 0,0 9-4 0,0-8-1 0,0 8-6 16,0 0-4-16,0-6-6 0,0 6-10 0,0 0-4 15,0 0 10-15,0-6-18 0,0 6-2 16,0 0 7-16,0 0-14 0,0 0 2 0,0 0-3 15,-7-10-15-15,7 13 2 0,2 0 3 16,0 2 4-16,6 9-28 0,-2 4 23 0,3 2 3 16,1 5 14-16,-2-2-19 0,2 6 3 0,0 4-24 15,2 4-3-15,-2 2 22 0,2 1 11 16,-2 4-26-16,4 1 10 0,-8-3-15 0,5 1-9 16,0-3 34-16,-2-3-10 0,0 1-3 0,0-2-4 15,-3-1-4-15,1 1 23 0,-1-3-6 16,2 0-3-16,-3-5-3 0,0 4-7 0,0-4 10 15,0 0-16-15,-2 0-7 0,-1-3 0 0,1-4 11 16,2-1-14-16,-2-5 12 0,-1-5-3 0,1-3-3 16,-2-2-15-16,0-1-1 0,-1-4-6 15,0 0 1-15,0 0 0 0,0-24 20 16,-1 8-22-16,1 5 17 0,0-8-14 16,0-4 0-16,0-2 1 0,0-2-1 0,0-2 1 0,0 0 0 15,0 0 0-15,14-34 5 0,-8 28-8 16,1-3 3-16,-1 3 17 0,5-3-2 0,-3 1-4 15,1-1-4-15,2-2-6 0,-1 5-16 0,3 1 2 16,-2-3 2-16,2 5 0 0,-4-1 0 16,1 4 3-16,3 1-9 0,-4 4-2 0,0 0 4 15,0 0-15-15,-2 1 2 0,-1 7-13 0,-3 4-17 16,1 1-27-16,-4 2-27 0,0 2-17 16,0 7-19-16,0 0-36 0,0 0-12 0,0 0 18 0,-11-8-164 15,8 11-75-15,-1-2-8 0,3 3 34 16,-2-1 30-16,-4 11 22 0,4-2 17 0,2 1 3 15</inkml:trace>
  <inkml:trace contextRef="#ctx0" brushRef="#br0" timeOffset="783.38">4780 12780 454 0,'0'-4'201'0,"-3"0"0"0,2-3-30 0,-2 3 0 16,2-2-9-16,-3 3-16 0,2-2 12 0,-1 0-31 16,-1 1 6-16,-1 0-2 0,1 0-14 0,-1 2 11 15,0 0-17-15,0-1 11 0,-4 3-6 0,4 0-1 16,5 0-40-16,0 0-3 0,-12 0-9 16,-16 15 6-16,14-5-19 0,-1 3 3 0,2 2-2 15,0 2-17-15,1 1 28 0,0 1-19 16,3 4 12-16,0 1-18 0,1 1 17 0,1 0-24 15,0-2-7-15,4 3 9 0,3-7-9 0,-3 5-16 16,3 0 19-16,0 1 8 0,0-15-5 16,0 4-14-16,0 2-1 0,14 16-15 0,-8-17 13 15,1-2-11-15,-1-3 11 0,2-1 10 0,-3-1-22 16,3-3 7-16,-2-2-14 0,-1 0 11 0,0-2-10 16,2-1 6-16,-7 0-13 0,0 0 1 15,14 0-15-15,13-16 19 0,-15 5 4 16,1-1 3-16,-3-3-13 0,-2-4 4 0,3 3-2 15,1-4 9-15,-2 2-20 0,-4-1 15 0,1-5 5 16,-2 6-16-16,4-4 6 0,-4 3 16 16,-1-1 0-16,1 2-4 0,-4 6 3 15,2-7 1-15,-2-1-8 0,4 3 3 0,-5 0-2 16,0 17 20-16,0-9-14 0,0-2-1 0,0 3-16 16,0 0 18-16,0 1 2 0,0 7 2 15,0-9-6-15,0 3 5 0,0 6-14 0,0-8 18 16,0 2-5-16,0 6 10 0,0 0-3 0,0-7 0 15,0 7-3-15,-5-8 19 0,5 9-18 16,0 1-10-16,0 3 2 0,0-1 2 0,0 4 10 16,4 15 3-16,-4-11 1 0,0 7 0 0,8 31-5 15,-7-20 23-15,4 1-30 0,-1-1 24 16,1-1 14-16,-1-1 9 0,0-2-22 16,-2-2 5-16,5-2 6 0,-3-4-22 0,1-2-6 0,-1-4 3 15,-1-2-23-15,0-2-33 0,-2 0-43 16,2-3-40-16,-2-2-47 0,-1 0-38 0,1-3 19 15,-1 0-277-15,0 0 40 0,-1-6 26 0,0 2 11 16,-2-1 44-16,1-10 19 0,-1-2 13 16,3 8-5-16</inkml:trace>
  <inkml:trace contextRef="#ctx0" brushRef="#br0" timeOffset="1115.76">5016 13001 329 0,'5'27'387'0,"-5"-13"-61"0,7 28-34 0,-7-29-42 16,0 8 11-16,0 1-9 0,0 0-30 0,0-4-10 16,0-1-14-16,0-3-58 0,0-3 4 0,9 6-28 15,-9-14-3-15,1-3-4 0,-1 0-25 16,0-3 8-16,1-2-18 0,-1 0-21 0,0-3-3 16,-2-8 7-16,2 4-12 0,0-5-13 0,-10-24-4 15,6 15 8-15,1 2-7 0,-1-2-19 0,-2 1 5 16,3 2-7-16,-2 0 11 0,1 7-13 15,4-5-2-15,0 12 7 0,0-4 2 0,0 2-16 16,0 0 27-16,0 1-28 0,14-12 14 0,-6 9-11 16,1 2 7-16,2-1 10 0,2 2-7 15,1 0 0-15,0 0-6 0,1-1-33 0,1 2-16 16,1-1-16-16,-6 2-40 0,2-1-29 16,1 1-55-16,-2 2 17 0,-3 2-202 0,-1-1-76 15,-1 3 39-15,-2-1 40 0,-2 2 15 0,-3 1 32 16,0 0-4-16,0 0 6 0</inkml:trace>
  <inkml:trace contextRef="#ctx0" brushRef="#br0" timeOffset="3549.29">6108 12066 348 0,'0'0'208'0,"0"0"-24"0,15-12 21 0,-15 12-10 0,0 0-29 0,0 0 4 0,0 0-8 0,0 0-2 16,0 0 1-16,0 0-43 0,29-25-12 0,-28 25-5 15,-2 1-18-15,-1-1 5 0,2 0-18 0,-2 2-2 16,0-1 6-16,-1 2-6 0,0 0-12 16,1-1 7-16,-2 1 2 0,-1 2 0 0,2-1-25 15,-7 5-8-15,0 0 7 0,1 3 2 0,1-5 2 16,-2 3-1-16,-1 1-2 0,1 2-7 15,0-2 11-15,-1 2-7 0,1-2-17 0,-1 3 12 16,2-4-9-16,-2 4-11 0,2-1 29 0,-3 0-26 16,3-1 9-16,-2 2 4 0,3 1-8 15,-1 0-5-15,1-1 1 0,0 1-7 0,-2 1 10 16,0-1-4-16,3 3-11 0,-2-1 11 16,1 5 0-16,3-4-16 0,0 0 34 0,-3 4-36 15,3-2 8-15,0 3-2 0,1-3 21 0,0 4-22 16,-1 0 10-16,0-1-21 0,2 1 13 0,-2-2 0 15,3 2 0-15,0 0 0 0,1-2 10 16,-1-2 1-16,2 3-14 0,-2-5 13 0,0 4-13 16,2 2 10-16,0-14-19 0,0 4 0 0,0 4 0 15,0 0 13-15,0 0 2 0,10 22 2 16,-7-18 14-16,-1-4-23 0,-1-2 15 0,3 1-8 16,0 2-9-16,1 0 10 0,-4-1-1 0,3 1 1 15,0 1-12-15,-1 1 8 0,1-2 13 16,-1 1-16-16,1 0-18 0,1 0 16 0,0-2 20 15,-5 0-29-15,6 0-5 0,-1-3 12 16,1 2 0-16,-1 0-18 0,3-3 30 0,-1 1-10 16,1-1 1-16,1 2-2 0,-1 1 7 15,-1-1-2-15,1-1-6 0,2 4 5 0,-3-5-13 16,0-2 30-16,-1 4-24 0,0-4 12 0,2 0 11 16,-3-4-14-16,-1-1 0 0,-2 0-20 15,1 0 30-15,-1 1-20 0,0-5 11 0,1 2-21 16,-1-1 19-16,-1-4-36 0,-1 3-14 15,2-1-22-15,-2 0-33 0,0-2-47 0,0 0-14 16,-3 5 16-16,1-7-259 0,1-1-23 0,-1 1 49 16,0-1 10-16,0-1 20 0,0 0 49 0,1-1-1 15,-1 2-6-15</inkml:trace>
  <inkml:trace contextRef="#ctx0" brushRef="#br0" timeOffset="4365.68">6314 12534 359 0,'0'0'226'0,"0"0"-49"0,0 0-8 0,0-12-7 0,0 12 5 0,0 0-27 16,0 0-3-16,0 0-1 0,0 0 3 0,0 0-13 15,0 0-10-15,0 0-1 0,29-20-5 16,-25 20-12-16,3 0 4 0,-2 1 2 0,2-1-6 15,2 0-19-15,2 0-2 0,1 0-9 0,2 0 18 16,4 0-8-16,2 0-13 0,-1 0 11 0,4 0-14 16,0 0 0-16,-2 0 5 0,2 0-16 0,0 0-11 15,-2 0-9-15,1 0 6 0,-1 0-3 16,-4 0-11-16,1 0-41 0,1 0-22 0,-4 6-25 16,-4-6-48-16,0 0 11 0,6 14-136 15,-13-13-85-15,-3 2-104 0,3-2 33 0,-3 1 36 16,-2 0 41-16,-3 0 2 0,4 1 18 0</inkml:trace>
  <inkml:trace contextRef="#ctx0" brushRef="#br0" timeOffset="5532.86">6339 12543 510 0,'0'-2'156'0,"-2"1"25"0,2 1-2 0,0 0-22 0,0-1-1 0,-1 0-20 16,1 0 10-16,0 1-5 0,0-2 1 0,-2 2-20 16,2 0-17-16,0 0-2 0,0 2-17 0,2-2 7 15,-2 3-6-15,1 0 6 0,1 2-14 16,0 0 0-16,0 0 0 0,5 11-27 0,1-3 29 15,0 0-6-15,3-1-7 0,-2 0 5 0,-1 1-16 16,3-3-19-16,-2 0 19 0,2 1-19 0,1-2 3 16,-1 1 7-16,2-1-8 0,-3-4-9 15,1-3-3-15,4 4-3 0,-2-3-12 0,3 0 1 16,-3 0 2-16,0 0-19 0,-2-2 24 16,0 0-11-16,6 0 11 0,-4 2-26 0,0-3-2 0,-4 0 1 15,-1 1 10-15,-8-1 26 0,8 0-16 16,-1 0-10-16,-7 0-15 0,9 0 23 0,-3 0 6 15,-6 0-16-15,10 0 5 0,3 10-2 16,-9-8-6-16,1 1 4 0,-1-2 0 0,1 3-1 16,-4-1 7-16,2 1 2 0,0 0-8 15,-2-1-10-15,0 3 21 0,0-1-5 0,2 1-14 16,-3-1 17-16,0-5-17 0,0 5 12 0,0 7-2 16,-10 12-10-16,2-11 13 0,2 1-11 15,-3-2 21-15,1 2-23 0,-2 0 26 0,1-2-32 16,0 2 26-16,-1-3-17 0,-3-2 19 0,1 4-40 15,0-2 23-15,3 3-20 0,-3-2 27 16,2-3-9-16,0 2 8 0,-1 0-20 0,-1 2 10 16,0-3 10-16,6 2-6 0,-8-1 6 0,3 1-11 15,0 0-5-15,-2 0 16 0,3 1-1 0,-3-2-20 16,2-1 14-16,2 2-6 0,3-1 14 16,-5 2-22-16,2-4 19 0,3 1-5 0,-4 2-1 15,6-3 4-15,-1-4 5 0,-1 1-6 16,4-1 21-16,-3 1-34 0,3-2 17 0,-1 0 18 15,2 0-22-15,-2-2 2 0,2 3 9 0,-1-2-21 16,0 0 9-16,1 1 2 0,-1-2-16 0,0 2 12 16,2-2 9-16,-4 1-16 0,2 1 13 15,0-1 0-15,2 1-16 0,-1 1 32 0,-1-2-25 16,0 0 4-16,2-1 4 0,-2 2 4 0,2-2-9 16,0 1 7-16,-2 0-10 0,2-3 38 15,0 0-18-15,0 0 6 0,0 0 19 0,11 7-17 16,-7-5-4-16,2-2-18 0,-1 2 8 0,0-2 22 15,2-2-3-15,0 2-8 0,0 0 6 16,5 0-18-16,3 0 12 0,3 0-1 0,1 0 20 16,2 0-3-16,0 0-5 0,-1 0 12 0,3 0-3 15,0 0-6-15,-3 0-16 0,1 0-9 0,0 0-1 16,-1 0 0-16,1 0-2 0,-3 0-22 16,-2 0 7-16,-4 0-15 0,-1 0-24 0,-2 0-36 15,-2 0-15-15,1 0-26 0,-8 0-29 16,8 0-31-16,-8 0 18 0,7 0-142 0,-7 0-111 15,8 0-2-15,-8 0 33 0,7 0 25 0,-7 0 26 16,0 0 19-16,7 0 2 0,-7 0-1 0</inkml:trace>
  <inkml:trace contextRef="#ctx0" brushRef="#br0" timeOffset="7349.78">6441 13598 339 0,'0'0'264'0,"0"0"-36"0,0 0-16 0,0 0-21 0,0 0-18 0,0 0-8 15,0 0 7-15,0 0-8 0,15 5-9 16,-18 13-14-16,-2 4-6 0,1-2-6 0,2 1 4 15,1 0-10-15,-1 3-14 0,0-1-18 0,2-10-17 16,0 2 20-16,0 5-1 0,0-1-13 16,0-1-38-16,10 15-4 0,-7-23-26 0,0-3-31 15,-2-1-24-15,1-3-33 0,0-1-22 16,1 0-38-16,-2-1 14 0,0-1-200 0,1-3-88 16,-2 3 34-16,0-4 25 0,1-3 19 0,-2 2 10 15,1-3 8-15</inkml:trace>
  <inkml:trace contextRef="#ctx0" brushRef="#br0" timeOffset="7532.93">6461 13430 503 0,'2'-4'328'0,"-2"1"-64"16,2 1-53-16,-2 1-46 0,0 0-57 0,0 1-48 15,0 0-17-15,0 2-7 0,1 2-132 16,-2-2-87-16,1 1 14 0,0 0-180 0,0 0 9 16,0 0 11-16</inkml:trace>
  <inkml:trace contextRef="#ctx0" brushRef="#br0" timeOffset="10299.75">7153 12915 398 0,'0'0'191'0,"0"-13"-9"0,0 13-25 0,0 0 0 0,0 0 2 0,23-29 4 16,-25 27-8-16,1-2 12 0,-2 1-23 15,1 0 4-15,1 0-14 0,-2 0 13 0,0 2-19 16,-1-1-12-16,-2-2-11 0,3 3-24 0,-4 1-3 15,2 0 2-15,-3 0-27 0,-3 0 24 0,-16 12-34 16,12-5 4-16,-2 0-3 0,0-1-2 16,0-1 5-16,2 3-15 0,1 4 16 0,2-1 2 15,-2 4-19-15,2 1 4 0,3-3 0 16,-1 6 10-16,3-1-28 0,1 1 1 0,2 0 3 16,2 0-13-16,-1 1-4 0,3-3-1 0,0-17 16 15,0 10-7-15,0 2-5 0,13 10-14 16,-9-14 14-16,2-3-4 0,2 0 4 0,-2-4-15 15,2 1 1-15,0-2-5 0,-8 0 8 0,14 0-16 16,16-13 2-16,-13 6 2 0,-1 0 9 0,-1-3-29 16,0 0 8-16,-2-1 12 0,-1 1-2 15,0-4-15-15,-3 3 6 0,1 0 14 0,-3-2 7 16,0 2 0-16,0-1-7 0,-1-1-9 0,-1 4 5 16,-1-7 15-16,1 7-2 0,-4 0 6 15,2 2-2-15,-3 1 5 0,1 0-1 0,1-1-8 16,0 1 13-16,-2 2 1 0,0-1-29 0,1 2 7 15,1-3 11-15,-2 2 0 0,0 1 6 0,1-2-1 16,-1 3 2-16,0-2 2 0,0 2-17 16,1 0 6-16,-1 2-6 0,-1 1 31 0,0 0-10 15,-1 3 0-15,1 1-12 0,0 1 7 0,-3 12 6 16,3-2 8-16,1-7-17 0,0 6 6 16,0 1 14-16,0 2-10 0,0 1 0 0,0-1-2 15,0 0 1-15,0-4-14 0,0-1 3 16,0-2-15-16,0-3 11 0,0 0-16 0,0-1-31 15,9 3-38-15,-8-5-25 0,2-2-51 0,1 2 13 16,-1 0-170-16,0 0 25 0,-2-3 22 0,1 3-103 16,1-1 15-16,0-1 32 0,-2 0 59 15,1 0-52-15</inkml:trace>
  <inkml:trace contextRef="#ctx0" brushRef="#br0" timeOffset="10516.39">7337 13139 434 0,'0'6'255'0,"1"1"-29"0,0 13 5 0,-1-12-27 0,0 9-17 16,0 1-12-16,9 19-21 0,-5-19-39 0,-1-8-20 15,-1 2-48-15,1-6-35 0,-2-1-73 16,3-2 8-16,-2-1-166 0,0-1-119 0,-1-2 4 15,2-2 30-15,-3 0-18 0</inkml:trace>
  <inkml:trace contextRef="#ctx0" brushRef="#br0" timeOffset="10666.41">7383 12901 357 0,'-2'-4'417'0,"1"3"-85"0,1 0-46 0,0-2-52 15,-1 0-77-15,0 2-41 0,-2 0-96 0,2-1-53 16,2 1 5-16,2-1-234 0,-3 0 20 0,-3 2 18 16,6-1-96-16,-3 0 9 0</inkml:trace>
  <inkml:trace contextRef="#ctx0" brushRef="#br0" timeOffset="12233.24">7686 12655 265 0,'0'0'272'0,"0"0"-59"0,0-12 4 0,0 12-16 0,0 0-12 15,2 5-11-15,7 9-1 0,4 6 14 0,1 2-9 16,0-2 5-16,4 11-31 0,0 2-18 15,1 2-3-15,3 3-4 0,-3-2 16 0,2 1-9 16,0 1-22-16,-3-6-9 0,1 2-14 16,-1-3 6-16,-2 0-30 0,0-3-10 0,1-3-6 15,-2 0-5-15,-2-5-44 0,-1 0-19 0,0-3-20 16,-3-2-46-16,0-3-25 0,-5-2-80 0,0-2 18 16,-4-8-133-16,0 0-98 0,0 7-14 15,0-7 28-15,-13 15 51 0,9-12 20 0,0-1 5 16,-1 2-4-16</inkml:trace>
  <inkml:trace contextRef="#ctx0" brushRef="#br0" timeOffset="12533.9">7732 13259 320 0,'-1'-4'251'0,"1"-1"-33"0,-2 0-7 0,4-1-18 16,-1-1-19-16,5-13-5 0,-2-3-22 16,6 0-3-16,0-2-9 0,2 2-21 0,2-2-15 15,-1 0-13-15,2-1-13 0,1 1-5 0,0 0-15 16,0-1 19-16,1 5-25 0,-1-1-38 15,0 4-31-15,-3 0-15 0,2 2 3 0,-2 0-133 16,-3 4-40-16,-4 4-125 0,-1 2-32 0,-4 3 28 16,3 0 28-16,-3 2-20 0</inkml:trace>
  <inkml:trace contextRef="#ctx0" brushRef="#br0" timeOffset="12917.13">8276 13147 363 0,'-1'8'268'0,"-3"10"-39"0,3 2-27 0,1-8 5 0,-8 22-28 0,6-11-6 0,2-2-27 16,0-11-17-16,0 4-19 0,0 0-21 15,0-2-17-15,15 13-18 0,-10-19-36 0,0 0-9 16,-1-6-66-16,1-2 5 0,-2-2-174 0,2-3-133 16,-3 1 23-16,2-8 21 0,0-5-4 0</inkml:trace>
  <inkml:trace contextRef="#ctx0" brushRef="#br0" timeOffset="13082.98">8274 12907 796 0,'-2'-4'262'16,"1"-1"-32"-16,1 3-46 0,0 1-27 0,-1-2-60 15,-3 0-59-15,3 2-61 0,2 1 1 0,-1-3-277 16,-1 3-36-16,2-1 6 0,-1-1 18 0</inkml:trace>
  <inkml:trace contextRef="#ctx0" brushRef="#br0" timeOffset="14915.96">8342 12216 323 0,'0'-13'187'0,"0"13"-13"0,14 0-13 0,-14 0 1 0,0 0 8 0,0-13-9 16,0 13-10-16,0 0-11 0,0 0-14 0,14 0 8 15,4-15-15-15,-16 18-30 0,3-1-2 0,-1 2-4 16,1-1-20-16,7 9-6 0,-2-3 1 16,0 2-5-16,-1 0 9 0,4 0-18 0,-2 2 0 15,2-2-7-15,0 3-3 0,0 0 7 0,1 1-20 16,0 1 12-16,0 0-6 0,0 6-10 16,0-2 0-16,-1-2-8 0,-3 1 14 0,3 2-5 15,0 1 0-15,-2-1-5 0,1 1 1 0,-3 2-6 16,2-1 3-16,-1-1-8 0,-1 2 9 0,0-1-6 15,-1 0 3-15,-2 0-8 0,1 0 1 16,-2-1 3-16,1 0-6 0,-1-1 1 0,-1 1 9 16,0-1-7-16,-1 2-2 0,0-1-2 0,-3 1-5 15,4 0 6-15,-4 0-9 0,0 0 12 16,0 1-1-16,2-3 6 0,2 2-3 0,-4-11 6 16,0 2-10-16,0 3 0 0,0 2-4 0,0-1-9 15,0 4 12-15,0-2 0 0,0 0 5 16,0-1 5-16,0 2-13 0,0 0 8 0,0-5-8 15,0 3 1-15,0-2 6 0,-8 20-14 0,5-20 2 16,-1 1-6-16,0 0 11 0,-1 2-3 0,-1-2-3 16,-2 3-1-16,1 1 0 0,-2-1 8 0,-3 5-10 15,3-6 9-15,0 2-9 0,-2-3 20 16,2 0-8-16,1 0 11 0,-1-1-12 0,0-2-8 16,2 4 9-16,-1-5 6 0,-2 0-4 15,3-3-2-15,-2 1 14 0,5-3-13 0,-6-1 5 16,5 1-16-16,3-3-5 0,-1-2-30 15,-1-1-27-15,4 0-34 0,-1-2 10 0,-2-1-107 16,2 0-93-16,-2-1-80 0,3 0 20 0,0 0 24 16,0 0 13-16,-2-12 6 0</inkml:trace>
  <inkml:trace contextRef="#ctx0" brushRef="#br0" timeOffset="15316.33">9120 12987 510 0,'0'-4'333'0,"2"1"-24"0,-2 0-23 0,0 2-4 0,0-2-23 0,0 1-18 0,0-2-28 0,0 2 33 16,0-1-39-16,1 3-11 0,0 0-29 0,0 0-29 16,2 0 22-16,1 0-21 0,-1 0-22 0,3 0 0 15,-3 0-4-15,7 0-11 0,-4 0-16 16,1 0-25-16,-7 0 1 0,15 0-5 0,-1 0-84 15,-2 0-18-15,-1 0-35 0,0 0-40 0,-4 0-36 16,0 0-37-16,-7 0 16 0,8 0-128 0,-8 0-74 16,7 0-62-16,-7 0 74 0,8 10 14 15,-9-6 28-15,0 0-21 0,-2 0 63 0,0 0-22 16</inkml:trace>
  <inkml:trace contextRef="#ctx0" brushRef="#br0" timeOffset="15533.22">9113 13114 591 0,'-2'2'346'0,"0"0"-53"0,-1-2-9 0,2 1-22 15,-1 1 7-15,2-1-33 0,3-1 16 0,0 1-23 16,1-1 1-16,1 0-41 0,0-1 6 0,4 0-45 16,-3 1 0-16,2 0-46 0,0 0-11 0,-8 0-84 15,7 0-26-15,7 0-68 0,0 0-44 16,2 0-59-16,-4 0 17 0,1 0-257 0,-4 0-12 15,-2 0 62-15,-7 0 5 0,7 0 16 0,-7 0 51 16,8 0 12-16,2 9 8 0</inkml:trace>
  <inkml:trace contextRef="#ctx0" brushRef="#br0" timeOffset="17183.12">9936 12465 264 0,'0'0'283'0,"0"0"-49"0,0 0-28 0,0 0-18 0,0 0-8 0,0 0 15 16,0 0-9-16,0-11-25 0,13 11 10 0,-13 0-25 15,0 0-5-15,28-19-3 0,-22 17-3 0,1 1-3 16,12-2 4-16,2 1 15 0,-1-1-27 16,3 2-3-16,1 0 0 0,-11 1-17 0,5 0-5 15,3 0-12-15,1 0-6 0,1 0-4 0,26 11-14 16,-27-9 5-16,0 1-7 0,1 2-43 15,-3-1-33-15,-1-1-25 0,0 0-12 0,-6-1-26 16,-4 0-20-16,1-1-38 0,-4 2-47 0,1-2 14 16,-5-1-145-16,1 0-125 0,0 2 36 0,-2-1 23 15,-1 0 40-15,-1 0 5 0,-2 3 16 16,3-4 7-16</inkml:trace>
  <inkml:trace contextRef="#ctx0" brushRef="#br0" timeOffset="18082.93">9908 12500 320 0,'1'-2'197'0,"0"0"5"0,1 2-24 0,-1-3-6 0,-1 0-19 16,0 2-5-16,0 0-18 0,2 1 4 0,-2-1 2 15,2-1-4-15,0 4-13 0,1-1-7 0,1 0-1 16,4 10 7-16,3 1-8 0,-6 0-20 15,4 4-7-15,2 1-6 0,0 1 11 0,0 1-22 16,2 1 6-16,0-5-6 0,1 6-20 0,1 0 0 16,0-3 19-16,1 4-15 0,0-7 7 15,-1 3-14-15,0 2-7 0,0 0 13 0,2-3-23 16,-3 3 9-16,2-2-3 0,-3-2-5 0,3 1-9 16,-2-2-3-16,1 0 0 0,-2-1 23 15,0-4-24-15,-3 2-11 0,-1-2-6 0,-3-1 20 16,2-5-25-16,-4 2 37 0,-1-4-29 0,1 2 2 15,-1 0-2-15,-2-2 6 0,2 1-14 16,-3 0 20-16,2 2-9 0,0-2 8 0,-2-3-2 16,0 0-9-16,0 7-1 0,0 2 6 15,-17 15 0-15,7-12 3 0,1 0-11 0,0-1 14 16,-4-3-3-16,2 3-13 0,-1-1 12 0,-7 2-6 16,2 1 7-16,2-1 4 0,-2-3-14 15,2 4 7-15,-4 0-2 0,1-2-14 0,-1 5 18 16,2-4-3-16,-2 7 0 0,2-4-7 15,2-1-3-15,-4 1 9 0,2 1-1 0,2-1 17 16,5 1-30-16,-4-4 9 0,5 0 6 16,1-6 10-16,1 2-13 0,2-2 4 0,0 0-11 15,1-2 18-15,3 0-2 0,1 0-25 0,-1-1 15 16,1 0 15-16,0-3-8 0,0 0 0 16,0 0-13-16,12 8 16 0,-6-7-5 0,1-1-7 15,14 1 14-15,-1-1-3 0,5 1 10 0,3-1 1 16,-5 1 4-16,5 1-16 0,1-2 21 15,-1 2-29-15,2-2 10 0,-5 1 9 0,2 2 13 16,-1 0-18-16,-3 0-52 0,-3 1-10 0,1-1-25 16,-3-1-15-16,-8-2-32 0,1 2-26 0,-3 0-37 15,1-1 19-15,-6-1-168 0,0 1-89 16,1 1 24-16,-1-2 40 0,-1 0 3 0,2 1 24 16,-1-1 11-16,-2 0-1 0</inkml:trace>
  <inkml:trace contextRef="#ctx0" brushRef="#br0" timeOffset="18750.31">10065 13846 422 0,'0'2'188'0,"1"-4"-18"0,1 2-19 0,-2 0-14 0,1-1-8 0,-1 2 13 15,0-2-20-15,2 1 6 0,-2 0 4 0,0 0-19 16,0 1 10-16,-1 4-14 0,0-3 0 15,1 4-16-15,0 0-1 0,-5 9-8 0,-5 0-17 0,10 0 2 16,-4 2 6-16,0 1 1 0,0-2-19 16,0 5 16-16,3-5-7 0,0-4-3 0,1-12-14 15,0 10-6-15,0 2-3 0,0-5 0 0,0-1-31 16,0 1-21-16,10 4-31 0,-6-8-17 16,0 1-32-16,2-3 10 0,0 2-178 0,-2-3-134 15,1 0 5-15,0-1 19 0,2-1 50 16,-7 2-10-16,0 0 40 0</inkml:trace>
  <inkml:trace contextRef="#ctx0" brushRef="#br0" timeOffset="18932.96">10056 13761 744 0,'-2'-3'266'0,"-1"-2"-49"0,2 2-44 0,-1 0-60 16,1 1-44-16,0 1-19 0,1-2-5 0,0-1-125 16,0 2-54-16,-1 1-106 0,1-3-73 0,0 1-6 15,-2 1-5-15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3-16T11:50:23.161"/>
    </inkml:context>
    <inkml:brush xml:id="br0">
      <inkml:brushProperty name="width" value="0.08819" units="cm"/>
      <inkml:brushProperty name="height" value="0.35278" units="cm"/>
      <inkml:brushProperty name="color" value="#FFC000"/>
      <inkml:brushProperty name="tip" value="rectangle"/>
      <inkml:brushProperty name="rasterOp" value="maskPen"/>
    </inkml:brush>
  </inkml:definitions>
  <inkml:trace contextRef="#ctx0" brushRef="#br0">10057 12288 781 0,'0'-15'245'0,"32"-14"-9"0,-25 14-30 0,-2 8 3 0,0-1-29 0,-1 2-7 0,-2 2-13 0,2 0 28 0,0 2-16 0,-4 1 29 0,2-2-38 0,-2 3-14 0,0 3-14 16,0 1 9-16,0 3 6 0,-7 14-35 0,-1 4-2 15,-1 0-17-15,-1 6-10 0,-5 6-1 0,-4 4 2 16,1 3-11-16,-5 3-2 0,-2 4-6 16,-1 4 22-16,0 0-5 0,0 7 20 15,1-2 9-15,-1-1-19 0,3-4-10 0,3-2 2 0,-1-5-22 16,6-6-3-16,0-5-6 0,7-4-17 15,3-8 4-15,5-4-22 0,0-21-5 16,0 0-26-16,22 4-12 0,-5-22-11 0,4-5-12 16,1-3 8-16,6-13 5 0,4-2-49 0,1-5 6 15,6-4 7-15,4-5 14 0,2-2-8 16,2 2 11-16,1 4 1 0,0 1-7 0,-1 2 12 16,-4 6 6-16,-4 4 5 0,-6 3-4 0,-2 10 1 15,-4 7 40-15,-4 8-4 0,-10 8-5 16,-13 2-5-16,11 25 22 0,-11-12-2 0,-14 29 3 15,2-5 14-15,-7 4 6 0,-1 3-11 0,-7 12 18 16,-5 2 2-16,-3 5 9 0,-4 7 17 0,-3 3 12 16,1 1 22-16,-4 0-7 0,1 1-1 15,6-5-2-15,0-6-4 0,6-8-7 0,4-7-24 16,10-13-34-16,4-4-5 0,9-12-4 16,5-20-8-16,10 5 0 0,9-16-25 0,3-15-4 15,8-8-2-15,5-10 14 0,6-6-11 16,5-4-16-16,3-3 15 0,2-3 10 0,1 1 16 15,2 2-12-15,2-1 3 0,-1 4-9 0,0 0-12 16,-2 4 10-16,-9 7 3 0,0 5 12 16,-5 7-23-16,-7 8-13 0,-5 10 26 0,-5 7-6 15,-22 6-10-15,16 19 26 0,-20 4 3 0,-6 4 10 16,-5 8-20-16,-9 8 1 0,-8 12 6 16,-5 6 8-16,-8 7-19 0,-1 4 19 0,-12 10 15 15,-3 2 17-15,-3 8 25 0,-1 0 2 0,-1-3 8 16,0-2 5-16,6-8-10 0,4-7-9 0,9-10-10 15,7-12 0-15,12-14-13 0,9-13 1 16,8-10-5-16,13-16-12 0,10-14 5 0,9-10-20 16,11-19-2-16,7-7 1 0,7-12 3 15,12-10-13-15,6-5 3 0,4-8 1 0,6 2 0 16,51-51 3-16,-23 32 10 0,-16 23-15 0,-8 13-5 16,-1 2-1-16,-3 6 1 0,-8 7 3 0,-4 8 5 15,-10 10-14-15,-5 9 1 0,-11 11 1 0,-10 14 3 16,-20 2 8-16,3 28-4 0,-9-15 8 15,-28 31-11-15,1-4 1 0,-3 10 6 0,-11 10 6 16,-8 8-10-16,-4 10-2 0,-8 1 17 16,-4 8 12-16,-4 6 10 0,-44 56 14 0,26-32 19 15,16-30-5-15,13-14-10 0,6-8-7 0,8-9-8 16,8-14-24-16,16-10 6 0,8-15-2 16,12-17-5-16,11-17-14 0,10-11-3 0,12-10 4 15,5-15-13-15,9-10-2 0,10-10 2 0,5-10-3 16,56-57 2-16,-17 27 10 0,28-18-7 15,-22 27 3-15,-13 22 2 0,-15 11 9 0,4 4-5 16,-1 4-5-16,-9 8 5 0,-8 8 2 0,-6 10-17 16,-11 13 10-16,-8 9 2 0,-12 13 2 0,-19 2-7 15,1 30 18-15,-10-15 2 0,-28 40 5 16,-1-7 2-16,-8 12-1 0,-13 10-2 0,-10 8 3 16,-9 5-6-16,-49 70 12 0,3-7 23 15,19-29-5-15,16-16 28 0,11-18 0 0,2-4 14 16,6-8-15-16,8-9-31 0,6-11 4 15,15-18-15-15,9-12 14 0,14-20-36 0,12-9-2 0,7-17 0 16,13-17-7-16,7-10-7 0,12-10 12 16,10-10-13-16,13-13 4 0,53-62 8 0,3 0-2 15,6 8-6-15,1 4-5 0,-21 31-3 0,-16 18 6 16,-9 15 4-16,3 2-5 0,-2 6 9 0,-5 7-8 16,-6 10-1-16,-11 11 14 0,-11 10 0 15,-13 15 9-15,-20 10-11 0,16 13 4 16,-29 11 2-16,-4-8 1 0,-23 37 23 0,-5-6-11 15,-7 14 2-15,-7 7-15 0,-12 11 12 0,-7 7-5 16,-49 69-7-16,-6-7 34 0,-2-2 0 0,-1-6 10 16,26-30 6-16,21-22-13 0,12-16 22 0,8-12-14 15,8-4-14-15,6-14-12 0,16-13-8 16,7-15 1-16,15-19-20 0,15-16-1 0,11-13-9 16,11-13-15-16,9-8 6 0,10-14-8 0,4-14 10 15,58-60-19-15,1 0 5 0,2 2 3 16,-15 33 6-16,-15 16-6 0,47-33 1 0,-29 32 3 15,-20 20 4-15,-13 15 2 0,-2 4-1 16,-8 7 2-16,-9 9 11 0,-7 12 3 0,-10 11-2 16,-12 12 19-16,-16 3 0 0,7 25 1 0,-19-12 6 15,-18 36 17-15,-8-5 2 0,-8 9-3 0,-8 14 11 16,-12 8-22-16,-6 7 20 0,-8 7 1 16,-52 68-6-16,1-5 51 0,27-32-3 0,14-21-9 15,13-16 5-15,8-6-4 0,4-11-3 0,7-9-11 16,13-12-6-16,11-17-6 0,8-14-12 15,14-15-4-15,17-14-31 0,6-16 7 0,11-9-33 16,11-13 13-16,10-13-14 0,6-11 0 0,11-11-21 16,57-66 13-16,-3 0-33 0,2 7 14 0,-1 8-9 15,1 6 6-15,-18 30 8 0,-14 26-8 16,-14 12 3-16,-4 7 22 0,-6 8 1 0,-6 7 11 16,-11 11 15-16,-10 15 5 0,-7 9-14 0,-25 8 11 15,19 23-5-15,-30 3 28 0,-2-10 0 0,-29 41 1 16,1-10 1-16,-10 9 15 0,-6 12-23 15,-10 12 12-15,-7 5 17 0,-10 4 5 0,-53 68-12 16,1-10-3-16,30-31 53 0,15-19 5 0,14-19-4 16,4-5-2-16,5-7-6 0,9-11-23 15,9-10-23-15,10-15-5 0,12-11 4 0,12-14-13 16,12-15-13-16,11-11-12 0,9-12 0 0,13-10-13 16,9-15-15-16,8-8 8 0,6-9-20 0,59-60-6 15,-18 27 0-15,-12 22 0 0,-16 11 24 16,3 3-8-16,3 8-8 0,-4 3 10 0,-6 6-2 15,-5 12 22-15,-12 7-7 0,-11 11 9 16,-9 12 5-16,-5 9 6 0,-22 4 1 0,7 26-6 16,-17-14 15-16,-23 40-21 0,-2-4 20 0,-12 6-3 15,-9 15-12-15,-10 6 4 0,-5 5 18 16,-5 8 19-16,-1 2-3 0,-50 54 21 0,28-33 16 16,20-29-12-16,16-16-23 0,5-9-7 0,12-12 6 15,11-13-4-15,12-11-4 0,13-21 9 0,12-12-32 16,10-16-1-16,13-12-21 0,11-12 0 15,8-8-10-15,13-14 13 0,9-4-18 0,55-58-17 16,-23 29-4-16,-12 22 21 0,-11 11 0 0,1 7 6 16,-2 3 3-16,-5 5 5 0,-8 9-5 15,-7 9 22-15,-13 11-3 0,-5 11 23 0,-14 11 5 16,-21 8-3-16,19 13 0 0,-28 10 8 0,-2-10-14 16,-23 35 6-16,-2-3-10 0,-7 5 7 15,-9 8 2-15,-7 7 7 0,-7 3-3 0,-3 3 21 16,-6 5 33-16,2-2-2 0,4-3 0 15,5-9-4-15,7-8-8 0,9-12-16 0,13-12-14 16,7-9-8-16,15-16-8 0,16-19-17 0,6-9-1 16,12-11 2-16,10-9-24 0,7-10 2 15,12-10-26-15,6-6-2 0,7-1-25 16,1 0 19-16,4 3-5 0,-4 5 2 0,1 3 0 16,-7 7 12-16,-3 4 18 0,-13 8 1 0,-3 11 7 15,-10 6-8-15,-8 11 28 0,-5 6 6 0,-21 6 0 16,0 14 5-16,-12 11 6 0,-9 6 9 15,-11 8-14-15,-7 5-22 0,-8 7 3 0,-5 4 29 16,-5 4-2-16,-4 0 59 0,0 2 8 0,0-2 1 16,4-4-19-16,7-5-2 0,6-9-16 15,5-7-25-15,10-11-8 0,10-8 4 0,13-15-15 16,13-12 2-16,7-9-4 0,11-12-12 16,6-6-6-16,13-12 2 0,7-4-3 0,5-2 0 15,5-2-17-15,4 2-6 0,3 5 1 0,-6 4 1 16,2 3 8-16,-9 7 6 0,-4 7-19 15,-11 9 26-15,-8 6 2 0,-6 8-3 0,-22 8 7 16,17 11 1-16,-23 7 8 0,-4-5 9 0,-20 27-10 16,-4-4 1-16,-5 6 16 0,-11 4 10 15,-2 5 21-15,-1 0 27 0,-5 5 0 0,1 1 16 16,-3-1-3-16,8-4-3 0,0-4-4 16,7-10-13-16,6-2-36 0,5-9-9 0,7-7-9 15,7-5-10-15,5-11-12 0,5-4-19 0,5-9-24 16,9-2 5-16,4-4-81 0,-4-2-56 15,0 0-32-15,0 5 23 0,-5-2-181 0,-3 5-45 16,-3 3 36-16,-3 0-262 0,0 6 61 0,0 0 41 16,0 0 25-16,-14-9 64 0,7 9 18 15,-12 1 51-15,9-1 1 0,0 0 45 0,0 0 25 16,1 0 14-16,-3 0 26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3-16T11:50:31.161"/>
    </inkml:context>
    <inkml:brush xml:id="br0">
      <inkml:brushProperty name="width" value="0.08819" units="cm"/>
      <inkml:brushProperty name="height" value="0.35278" units="cm"/>
      <inkml:brushProperty name="color" value="#FFC000"/>
      <inkml:brushProperty name="tip" value="rectangle"/>
      <inkml:brushProperty name="rasterOp" value="maskPen"/>
    </inkml:brush>
  </inkml:definitions>
  <inkml:trace contextRef="#ctx0" brushRef="#br0">12922 10046 565 0,'0'0'254'0,"0"0"-20"0,0 0-9 0,0 0-4 0,0 0-19 0,0 0 5 0,13 0-8 16,-13 0 1-16,0 0 0 0,0 0-21 15,0 0-20-15,0 0 37 0,0 0-16 0,0 0-10 16,0 0-9-16,0 0-16 0,0 0-13 0,0 0 10 16,0 0-22-16,0 0-10 0,0 0-5 0,0 0-1 15,0 0-4-15,0 0-13 0,0 0-2 16,-2 12-17-16,-2-10 9 0,0-1-10 0,1-1 1 16,-2 2-13-16,0-2-9 0,1 4 6 15,-1-3-18-15,0 0 5 0,-1 0-7 0,-1 0 2 16,1 1-3-16,0-1-4 0,-11 4-9 0,-2-1 9 15,6-3 0-15,1 0 1 0,3 0-4 16,-2-1 1-16,-8 3-6 0,6-2-2 0,2 1 1 16,-1-2 2-16,3 0-1 0,1 1 2 15,-1-1 8-15,-1 0-10 0,4 1 19 0,-2-1-5 16,-10 3-1-16,3-3 5 0,1 2-13 0,2-1 8 16,-4 2-12-16,0-2 9 0,4-1-8 15,1 1-3-15,4-1 0 0,-1 3 7 0,-2-3 8 16,4 0-21-16,-2 0 5 0,0 0 5 0,2 2-3 15,-4-2 10-15,-7 1 4 0,-4-1-3 0,11 1 18 16,-1-1-7-16,0 0-14 0,2 1 18 16,9-1-9-16,-7 0 15 0,0 0-13 15,7 0 0-15,-9 0-9 0,3 0-5 0,-3 0 20 16,4 0-29-16,5 0 9 0,-10 0 11 0,2 0-13 16,-1 0-15-16,2 0 10 0,0 0 5 0,-1 0-2 15,0 0 15-15,1 0-40 0,-1 0 4 16,2 0 19-16,-8 0-6 0,2 0 7 0,-20 12-5 15,17-9-6-15,6-2 5 0,-1 0-2 16,0-1 1-16,3 3-2 0,-2-3-21 0,6 1 2 16,-3-1 23-16,0 1-2 0,1-1 13 0,0 0-21 15,1 1 7-15,-2-1-11 0,6 0-2 0,0 0 0 16,-7 0 7-16,7 0 1 0,-10 0-11 16,2 0 11-16,8 0 2 0,-7 0-8 0,-2 0 0 15,9 0 0-15,-9 0 4 0,2 0-4 16,7 0-2-16,-9 0 4 0,-1 0-2 0,3 0 9 15,-1 0-8-15,1 0 2 0,-1 0 4 0,1 0-20 16,-1 0 21-16,-6 0-2 0,2 0-1 0,-1 0 18 16,1 0-4-16,1 0-20 0,1 0-11 15,-1 0 22-15,2 0-6 0,2 0-17 0,-7 0 11 16,-3 0-3-16,-1 0 5 0,-2 0-23 16,2 0 27-16,-22 13-8 0,21-12-10 0,-1 0 10 15,4 1 3-15,-6-1 7 0,1-1 0 0,12 0-10 16,-8 0 1-16,-2 0 0 0,1 0 9 15,0 0-12-15,-2 0-6 0,-2 0 11 0,1 0 16 16,-2 0 0-16,-1 0-19 0,1 0 9 0,0 0-4 16,0 0-19-16,0 0 18 0,0 0 10 0,0 0-6 15,-2 0-10-15,0 0 8 0,0 0-4 16,-1 0-1-16,2 0 7 0,-2 0-3 16,1 0-3-16,-28 16-1 0,28-15 10 0,0 4-16 0,14-5-2 15,-8 0 14-15,-3 0 3 0,0 0-1 16,-1 0-11-16,4 0-7 0,4 0 22 0,-3 0 0 15,-1 0-9-15,-18-11-8 0,19 9 12 0,-2 1 2 16,3 0-1-16,4 1-1 0,-1 0-4 0,-3 0-1 16,1 0 2-16,1-1 0 0,15 1 2 15,-11 0 16-15,-4 0-26 0,-3 0-2 16,1 0 13-16,2 0-9 0,1 0 22 0,-3 0-17 16,0 0 4-16,1 0-17 0,-2 0 13 15,3 0-8-15,2 0 9 0,-2 0-5 0,-1 0 7 16,0 0 3-16,0 0-18 0,1 0 23 0,3 0-10 15,0 0 3-15,-3 0-13 0,-1 0 11 0,-12-11-5 16,18 9-2-16,-2 2 7 0,-5-1 0 16,2 1 0-16,-4-2-19 0,-3 2 12 15,8 0 9-15,-5-2 3 0,0 2-15 0,3 0 21 16,5-2-4-16,-2 1 8 0,-7-1-28 0,6 1 7 16,1 1 0-16,4 0 5 0,-12 0-11 15,6 0 17-15,-4-1-6 0,11 1-3 0,-6 0-1 16,0 0 1-16,-3 0-19 0,-2 0 35 0,-1 0-17 15,1 0 0-15,-3 0 6 0,3 0 13 0,1 0-21 16,4 0 13-16,0 0-17 0,-2 0 28 16,-3 0-18-16,2 0-23 0,0 0 7 0,-2 0 22 15,2 0-8-15,-2 0 1 0,2 0-2 16,-3 7-20-16,3-7 26 0,-4 0-3 0,1 0 3 16,-17 12 5-16,18-12-14 0,1 1 13 0,-1 2 4 15,-1-3-20-15,3 3 11 0,6-3 1 0,-3 0-5 16,1 0 8-16,0 0-9 0,-3 0-6 0,-4 0 24 15,2 0-12-15,0 0-27 0,-2 0 35 16,0 0-15-16,1 0 4 0,0 0-7 16,2 0-10-16,2 0 30 0,0 0-12 0,-4 0-7 15,4 0 12-15,-2 0-7 0,-21 2 15 0,19 2-1 16,1-4-2-16,-1 1-8 0,-1 0-2 16,8-1-15-16,-2 0 17 0,-4 0 7 0,-2 0-12 15,1 0 2-15,-1 0-7 0,1 0-12 0,-3 0 21 16,1 0-3-16,0 0-1 0,0 0 1 15,-2 0-6-15,1 0-13 0,3 0 10 0,-6 0 1 16,-21 16 1-16,25-16 10 0,-1 1 3 0,0 2-3 16,-2-2-6-16,2 1 14 0,0-1-14 15,-1 0 10-15,13-1 0 0,-4 0-23 0,-5 0 27 16,0 0-10-16,-1 0 1 0,-1 0 5 0,0 0-7 16,0 0-19-16,1 0 25 0,0 0-4 15,-1 0-1-15,0 0-1 0,0 0-19 0,-2 0 17 16,2 0 8-16,-2 0-1 0,-2 0-11 0,3 0 11 15,-25 11-22-15,24-11 15 0,1 3 15 16,-2-3 6-16,-3 0-18 0,16 0-10 0,-8 0 5 16,-2 0 8-16,-2 0-2 0,0 0-21 0,0 0 26 15,-1 0-9-15,3 0 3 0,-3 0 14 16,1 0-13-16,-2 0 18 0,3 0-21 0,-1 0-7 16,1 0 4-16,0 0 4 0,2 0 0 0,2 0-1 15,-5 0 6-15,-17 12-24 0,20-11 6 0,-2 6 13 16,16-7 15-16,-11 0-16 0,2 0-10 15,-4 0 6-15,-2 0 22 0,4 0-23 0,-22 8 0 16,30-8 15-16,-3 0-13 0,0 0-11 0,0 0-3 16,1 0 13-16,-1 0 3 0,3 0-8 15,0 0 6-15,-6 0-14 0,2 0 21 0,-1 0 1 16,0 0-27-16,-1 0 20 0,3 0-4 0,-3 0-3 16,3 0 11-16,-2 0 0 0,-4 0-20 0,4 0 20 15,-1 0 1-15,-1-6-12 0,0 6-7 16,-16-10 22-16,16 10 1 0,1 0-2 0,-5 0-10 15,11 0 13-15,-4 0-9 0,-5 0 0 0,0 0-1 16,0 0-11-16,1 0-12 0,2 0 22 0,2 0-16 16,-3 0 15-16,1 0 8 0,1 0-11 15,2 0 0-15,-6 0 21 0,3 0-18 0,1 0 8 16,1 0 6-16,0 0-14 0,-2 0 5 0,1 0 3 16,1 0 7-16,-2 0-12 0,1 0-8 0,1 0-6 15,4 0 0-15,0 0 19 0,0 0-8 16,-1 0-1-16,2 0-1 0,-3 0-2 0,-3 0-20 15,1 0 32-15,1 0-15 0,2 0-11 0,-4 0 22 16,0 0-7-16,2 0 4 0,-2 0 0 16,3 0 5-16,-3 0 1 0,0 0-2 0,1 0-15 15,0 8 8-15,3-8 8 0,0 0-1 16,0 0-16-16,1 0 14 0,-3 6 2 0,-2-6-14 16,2 0 8-16,0 0 12 0,3 0-3 0,0 0-14 15,0 0 0-15,1 0 7 0,2 0 1 16,-2 0-5-16,1 0 16 0,-1 0-3 0,1 0-3 15,1 0 0-15,-4 0-7 0,3 0-10 0,0 0 15 16,0 0-10-16,-1 0 9 0,0 0-11 16,-5 0-4-16,-1 0 14 0,2 0-13 0,1 0 19 15,1 0-6-15,1 0 3 0,1 0-17 0,1 0-3 16,-1 0 18-16,8 0 0 0,-9 0-3 16,0 0-12-16,0 0-6 0,1 0 15 15,-5 0-6-15,-1 0-5 0,1 0 4 16,1 0 8-16,1 0 0 0,2 0-8 0,-1 0-6 15,1 0 2-15,2 0 7 0,-1 0-16 0,0 0 17 16,1 0-9-16,-1 0 9 0,2 0 3 16,-8 8 1-16,1-8 6 0,-19 11-18 0,18-9 0 15,5 0 9-15,-2-1-6 0,1-1-1 0,3 0-8 16,-2 0 15-16,3 2 1 0,-2-2-6 16,1 0 9-16,0 1-5 0,7-1 2 0,-7 0-3 15,1 0 2-15,-2 0 1 0,0 0-4 0,2 0-7 16,-4 0 19-16,-4 0-5 0,2 0-8 0,-2 0 7 15,4 0-3-15,1 0 5 0,-1 0-3 0,2 0 1 16,0 0 7-16,1 0-2 0,0 0 4 16,0 0-17-16,0 0 9 0,0 0 18 0,-1 0-23 15,2 0 8-15,-2 0-3 0,-4 0 0 0,-12-10-4 16,13 8 12-16,2-1-3 0,4 3 3 0,5 0-3 16,-7 0 13-16,7 0-19 0,-11 0 4 15,4 0 3-15,7 0 1 0,-7 0-2 0,7 0-6 16,-10 0 18-16,10 0-17 0,-10 0 5 15,-1-10-9-15,6 8 4 0,0-1 12 0,-2 2-6 16,3-1-5-16,-10-5 5 0,4 4-3 0,3-3-4 16,-1 4 6-16,1 0 9 0,-1-1-12 0,0 3 10 15,3-2-6-15,-7-5 6 0,1 3-11 16,2-1 3-16,2 2-4 0,1-1 0 0,0 2 5 16,0-1-6-16,1 1 7 0,-5-6-5 15,3 3 13-15,0-1-11 0,1 1-2 0,3-1 11 16,-1 0-5-16,0 3-8 0,2-2 2 15,-1 0 3-15,0 1 5 0,0-1-6 0,-6-6-5 16,4 3 3-16,1 1-2 0,1 2 1 0,-1 0 6 16,2 1 9-16,0-1-6 0,-1 3-6 0,0-3 0 15,0 3-5-15,3-1 12 0,-4-1-9 0,1 1 14 16,-1 1-18-16,0-1 8 0,-1 3 0 16,2-4-4-16,0 1-1 0,-1 1 5 0,2-1-6 15,-2-1 5-15,1 2-6 0,-1-3 1 0,2 1 16 16,-1 0-14-16,0-1 4 0,-1-1-5 15,2-1 7-15,1 4-4 0,-3-12-2 0,2 6 6 16,-2 1-6-16,1 2 1 0,1 1 0 0,0 1-2 16,1 0 3-16,1 1 4 0,-3 0-4 15,3 0-1-15,0 0 6 0,0 2 4 0,-2 0-11 16,2 0 7-16,-1-2-2 0,1 1 3 0,-1 0-8 16,1 1-3-16,0-1 10 0,0 2-6 0,0 0 1 15,0 0 0-15,0 0-2 0,0-8 3 0,0 2-1 16,13-5 1-16,-10 5-2 0,6-5 2 0,1-2 11 15,-3 6-6-15,-1 0 1 0,0 3-10 16,1-2 3-16,-1 3 6 0,-3 0-18 0,2 0 10 16,0 2 3-16,-1 0 5 0,1-1-8 0,0 1 9 15,3 0-4-15,-5 0 2 0,3 1-14 16,1 0 13-16,-1 0-1 0,2-2-4 0,0 2 1 16,1 0 2-16,2 0 2 0,-2 0-1 0,0 0-9 15,2 0 9-15,-2 0-1 0,-2 0-3 0,1 0 1 16,2 0 2-16,-3 0 5 0,2 0-7 15,4 0 7-15,2 0-4 0,20 14 1 0,-15-12-3 16,-5-2 5-16,3 5-5 0,1-1-1 0,-2 1-2 16,-3-1 16-16,1 1-10 0,-2-3-4 15,0 1 2-15,-3 0 5 0,-2-2 1 0,2 1-11 16,8 5-4-16,-3-5 6 0,2 1-1 0,-3 0 0 16,1 1 12-16,2 1-8 0,-3-1 0 0,1 1 4 15,-2-4-11-15,-2 2 2 0,0-1 7 0,0-1 9 16,7 0-15-16,-4 2-1 0,8-3 4 15,-8 1-2-15,-3-1 14 0,-11 0-3 0,11 0-2 16,-1 0-8-16,3 0 4 0,1 0-3 0,0 0-8 16,-1 0 6-16,-1 0-7 0,2 0 17 15,2 0-8-15,-4 0 1 0,2 0 10 0,-3 0-3 16,0 0-12-16,6 0 5 0,-2 0 6 0,-1 0-2 16,2 0-4-16,-1 0-9 0,-2 0 7 15,1 0-2-15,-4 0 3 0,0 0-4 0,0 0 8 16,-2 0-5-16,0 0 7 0,7 0-8 15,1 0-2-15,-1 0 6 0,-4 0 3 0,6 0-3 16,-3 0 1-16,0 0-4 0,-1 0 14 0,-2 0-7 16,5 0-6-16,-2 0-1 0,0 0 3 15,-1 0 5-15,2 0-4 0,0 0 12 0,2-8-18 16,-4 8 20-16,12-9-14 0,-25 9 5 0,11 0 10 16,4 0-22-16,-4 0 15 0,6 0 7 0,16-13-8 15,-15 10 9-15,0 0-13 0,1-2 14 0,0 0-14 16,-2 3-10-16,1-5 7 0,1 6 3 15,0-5 10-15,0 3-15 0,4-3-2 0,-2 0 4 16,-1 2 7-16,2-1-6 0,-6 1-8 16,3-1-2-16,0 4 12 0,3-4 8 0,-5 3-2 15,-1 0-14-15,4 1 6 0,-2-2 12 0,0 2-22 16,-3 0 12-16,-8 1-3 0,6 0 8 0,2 0-9 16,0 0-5-16,3 0 17 0,-1 0-14 15,20-11 8-15,-18 7-10 0,0 1 2 0,2-1 5 16,-1 3 12-16,2 0-11 0,-2-2 6 0,1-2-15 15,-1 1 6-15,4-2-4 0,3 5 7 16,-4 0 4-16,3 0-2 0,-2-2 2 0,-1 0-9 16,3 2-5-16,-2-2 14 0,-1 2-2 0,0-2 3 15,0 3-3-15,0-4-6 0,0 2-9 0,3 1 12 16,-2-5-8-16,-1 4 8 0,0 0 5 16,1-1-15-16,-1 2-3 0,3-2 8 0,0 2 9 15,-5 1 0-15,3-1-7 0,-1-1 0 0,2 2-5 16,-14 0-1-16,7 0 12 0,5 0-3 15,0 0-10-15,0 0 16 0,0 0-18 0,0 0 2 16,-1 0 4-16,1 0 10 0,-1 0-14 0,1 0 13 16,-2 0-10-16,0 0 9 0,1 0-13 0,-1 0 12 15,-3 0-7-15,3 0-3 0,0 0 21 16,-1 0-17-16,1 0 6 0,0 0 4 0,13 3-4 16,-11-3 0-16,-5 3-2 0,5-1 7 0,-5 0-8 15,3 2-2-15,-1 0 8 0,-2-4 7 16,0 0-6-16,1 1-4 0,-1 2 5 0,1 1-1 15,-10-4-12-15,5 0 2 0,3 0-4 0,1 0 10 16,-3 0-7-16,3 0 3 0,20 9 6 16,-16-8 0-16,-7-1 2 0,5 1-9 0,-1-1 1 15,0 1-7-15,1 0 15 0,-12-1-10 16,4 0 8-16,4 0-10 0,-2 0-9 0,4 0 6 16,-2 0 13-16,4 0-1 0,-4 0-16 0,19 10 0 15,-19-8 3-15,-10-2 18 0,8 0-4 0,-1 0-11 16,3 0 1-16,-2 0 8 0,6 0 6 0,-3 0-20 15,-1 0 5-15,2 0 2 0,-2 0 8 16,5 0-15-16,-5 0 1 0,7 0 2 0,-1 0 14 16,0 0 1-16,-2 0-10 0,3 0 8 0,0 0-14 15,0 0 4-15,0 0 12 0,0 0-4 16,0 0 3-16,-1 0-18 0,1 0 27 0,0 0-11 16,1 0 2-16,0 0-17 0,-2 0 14 0,1 0-5 15,0 0-7-15,-1 0-1 0,1 0 4 16,0 0 3-16,0 0 8 0,-2 0-9 0,2 0 5 15,-2 0 12-15,0 0-18 0,-1 0 9 0,1 0 4 16,1 0-12-16,2 0-9 0,-1 0 8 0,0 0 8 16,-1 0 2-16,1 0-1 0,1 0 5 15,-1 0-4-15,-1 0-16 0,2 0 3 0,-1 0 24 16,1 0-15-16,-1 0 1 0,0-8 7 0,0 8 3 16,2 0-9-16,-1 0-3 0,-1 0-5 0,0 0-9 15,0 0 10-15,0 0-3 0,-3 0 11 16,3 0 1-16,-1 0 1 0,-3 0-14 0,0 0 12 15,2 0-15-15,-1 0 6 0,1 0-4 0,0-6-5 16,-1 6 12-16,22-13 0 0,-28 13 10 16,5 0-4-16,0 0 4 0,3 0-23 0,-3 0 9 15,23-11 14-15,-21 10 1 0,-1 0-6 0,5 0-9 16,-5-1 11-16,-10 2-3 0,8 0 5 16,3 0 0-16,-3 0-18 0,2 0-4 0,2 0 26 15,0 0-11-15,-1 0 7 0,1 0 1 0,0 0-5 16,-1 0 9-16,0 0-15 0,2 0 3 15,1 0-7-15,-3 0 14 0,1 0-9 0,22-4 19 16,-20 3-9-16,-4 0 14 0,-9 1-14 0,7 0-3 16,0 0-1-16,1 0 6 0,0 0-6 0,-1 0-5 15,19-8-11-15,-17 8 19 0,-9 0-12 0,3 0 20 16,5 0-9-16,-2 0-4 0,-2 0-10 16,2 0 17-16,3 0-14 0,-1 0-2 0,1 0 26 15,0 0-17-15,-1 0-2 0,-1 0-14 0,3 0 20 16,-5 0-3-16,0 0-12 0,-4 0 7 0,5 0 2 15,0 0-7-15,3 0 5 0,-2 0 3 16,0 0 1-16,1 0-12 0,1 0 12 0,-2 0-17 16,0 0 14-16,0 0 9 0,-1 0-6 15,-2 0 0-15,2 0-19 0,-2 0 5 0,3 0 5 16,0 0 14-16,-4 0-3 0,0 0-1 0,-1 0-15 16,2 0 9-16,3 0-8 0,1 0 17 15,-2 0-1-15,-1 0-17 0,1 0 6 0,-2 0 0 16,-2 0 12-16,-1 0-2 0,-1 0 3 0,3 0-11 15,3 0-3-15,-2 0 7 0,1 0 5 0,-4 0-1 16,2 0-2-16,1 0-14 0,2 0-1 0,0 0 17 16,-2 0-1-16,-3 0-12 0,1 0 10 15,-3 0-3-15,0 0-1 0,4 0 21 0,2 0-35 16,-3 6 21-16,2-6-4 0,11 10-11 0,-17-10-1 16,3 0 18-16,-1 0-2 0,2 0-7 0,1 0-12 15,-3 0 4-15,13 7 14 0,-14-7-8 16,0 0 12-16,-3 2-1 0,-1 0-14 0,1-1 26 15,-7-1-15-15,7 0-2 0,-7 0 13 0,8 0 0 16,-2 0-30-16,-6 0-3 0,9 0 21 16,-1 0-3-16,-8 0 2 0,7 0-22 0,1 0 9 15,-8 0 11-15,7 0 0 0,-7 6 6 0,10-6-9 16,-10 0-6-16,7 0 22 0,-7 0-2 0,7 0-8 16,-7 0-9-16,8 0-7 0,-8 8-4 15,10-8 12-15,-5 0 7 0,-5 0 2 0,7 0-19 16,-7 0-1-16,17 11 15 0,-14-9 4 15,2 0 2-15,0 0-10 0,-1-2 9 0,0 2-14 16,2-1 26-16,0 3-8 0,-1-3-3 0,-1 0-1 16,0 2 12-16,1 0-6 0,-2-2-20 0,2 1 11 15,0-1 1-15,-1 1-16 0,1 0 24 16,-1-1-11-16,1 0-5 0,-4 0 6 0,2 1 0 16,-1-1-13-16,3 0 11 0,-2 1 10 0,-1-1-7 15,1 0-4-15,-2-1 2 0,1 1 0 0,0 0-15 16,-2-1 18-16,0 0-7 0,0 0-19 15,0 0-1-15,0 0-25 0,0 0-20 0,0 0-48 16,0 0-49-16,8 1 16 0,-9-1-159 0,1-1-39 16,-2 0 28-16,1 0-255 0,-3 0 27 15,2 2 36-15,-4-1 72 0,4 0 10 0,-2 1 19 16,-1 0 57-16,1 3 1 0,0-2 44 16,-3 10 4-16,2-4-27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3-16T11:50:43.426"/>
    </inkml:context>
    <inkml:brush xml:id="br0">
      <inkml:brushProperty name="width" value="0.08819" units="cm"/>
      <inkml:brushProperty name="height" value="0.35278" units="cm"/>
      <inkml:brushProperty name="color" value="#92D050"/>
      <inkml:brushProperty name="tip" value="rectangle"/>
      <inkml:brushProperty name="rasterOp" value="maskPen"/>
    </inkml:brush>
  </inkml:definitions>
  <inkml:trace contextRef="#ctx0" brushRef="#br0">13679 9903 291 0,'0'0'302'0,"0"0"-50"0,0 0-41 0,0 0-9 0,0 0-4 16,0 0-13-16,0 0-21 0,0 0 10 0,0 0-14 0,0 0-4 0,0 0-4 0,0 0-12 0,0 0-1 0,0 0 0 0,0 0-4 0,0 0 7 0,0 0-27 16,0 0-9-16,0 0 25 0,0 0-3 0,17 23 4 15,-16-23-32-15,3 0-6 0,0 2 9 16,0-2-14-16,1-2-6 0,-1 2-12 0,-4 0 5 16,0 0-10-16,10 0 16 0,-2 0 0 0,-3 0-23 15,2 0-6-15,1 0 14 0,-2 0-15 16,1 0-21-16,7 0 4 0,0 0-4 0,-1 0 16 15,-1 0-30-15,-1 0 9 0,-2 0-14 0,1 0 0 16,19 10-7-16,-16-10 16 0,6 1-5 16,-6-1 15-16,0 2-8 0,-3-2 0 15,0 1 5-15,-10-1 4 0,9 0-13 0,-1 0 7 16,1 0-7-16,-3 0-2 0,8 0 2 0,0 0-5 16,-1 0-7-16,-1 0-1 0,-2 0 7 15,-1 0 3-15,0 0 0 0,-1 0-7 0,-1 0 8 16,2 0-9-16,-1 0 4 0,-1 0 0 0,20 10 1 15,-12-10 1-15,-15 0-1 0,11 0 0 0,0 0 12 16,-1 0 3-16,5 0-3 0,-1 0-6 16,-3 0 5-16,5 0-2 0,-1 0-6 0,-2 0-4 15,-2 0 18-15,-1 0-11 0,3 0 2 16,1 0-14-16,-3 0 4 0,0 0 7 0,-2 0 3 16,1 0-14-16,0 0 3 0,-1 0 0 0,-1 0 7 15,0 0-4-15,7 0-9 0,0 0 2 16,1 0 3-16,-3 0-6 0,-2 0 12 0,-1 0-8 15,-2 0-1-15,0 0-12 0,-1 0 9 0,-7 0 12 16,9 0-16-16,-1 0-3 0,1 0 9 0,-9 0 6 16,7 0-14-16,1 0-2 0,0 0 2 15,1 0 13-15,4 0-7 0,1 0-8 0,0 0 11 16,-1 0 5-16,-2 0-10 0,4 0-4 0,4 0 9 16,-3 0-2-16,0 0-5 0,-4 0-1 15,7 0 12-15,-6 0 3 0,2 0 2 0,-2 0-1 16,0 0-9-16,1 0 9 0,1 0-2 0,1 0-12 15,-5 0 5-15,2 0 12 0,1 0-6 16,4 0 0-16,0 0-4 0,-2 0-7 0,2 0-2 16,-1 0 0-16,-3 0 6 0,0 0-2 15,3 0 12-15,-3 0 2 0,3 0-1 0,2 0-13 16,0 0 19-16,0 0-6 0,1 0-1 0,2 0 15 16,-1 0-18-16,2 0 4 0,-4 0 6 0,-4 0-6 15,7 0 1-15,20-10 6 0,-18 10-5 16,-1 0-1-16,0 0-6 0,-11 0 5 15,4 0 1-15,4 0-8 0,1 0-9 0,1 0-8 0,0 0 15 16,1 0 12-16,0 0-3 0,1 0-17 0,-1 0-1 16,1 0 10-16,1 0-9 0,-2 0-6 15,1 0 21-15,0 0-16 0,2 0 9 16,25-14 0-16,-27 9 4 0,-6 3-11 0,10 1 5 16,-2-1-15-16,-2 2 20 0,-2-1-18 0,2-3 7 15,0 4 19-15,-4-1-19 0,4-1-1 0,0 1 11 16,1 1-9-16,0 0 20 0,-1-2 5 15,0 1-14-15,0 1-4 0,3 0-4 0,-5-1-16 16,0-2 21-16,4 0-17 0,1 1 5 16,0 2-4-16,-1-1 18 0,4-3 11 15,-2 1-15-15,0-1-19 0,3 1 18 0,-6 1-19 16,6-1 13-16,-4 1 10 0,1-1-9 0,1-1-4 16,0 0 23-16,-3 4-10 0,2-2-10 0,-1 0-1 15,0-1 12-15,-2 2-23 0,3-2 19 16,-1 3-8-16,-17 0 0 0,8 0 9 0,3 0 1 15,-1 0 2-15,3 0-11 0,1 0 6 16,0 0 0-16,-3 0-4 0,2 0-6 0,0 0-2 16,1 0 13-16,-4 0 0 0,1 0-13 0,0 0 0 15,-1 0 4-15,-1 0 14 0,3 0-5 16,-3 0 0-16,3 0 2 0,-3 0-18 0,3 0 7 16,-3 0 10-16,2 0 3 0,-4 0-19 0,3 0 5 15,-2-7 19-15,3 7-11 0,-3 0 1 0,-4 0 16 16,5 0-11-16,-5 0-11 0,4 0 10 15,1 0-1-15,0 0-9 0,-2 0-2 0,0 0 18 16,0 0-18-16,-1 0 2 0,0 0-5 16,4 0-7-16,0 0 6 0,-1 0 15 0,-2 0-20 15,2 0 19-15,-1 0-5 0,0 0-14 0,-2 0 17 16,1 0-6-16,1 0 11 0,-1 0-7 16,3 0-3-16,-2 0 4 0,0 0-5 0,1 0 6 15,-2 0-2-15,-2 0-2 0,3 0 9 16,-2 0-5-16,2 0-2 0,1 0-11 0,1 0 7 15,19-9 9-15,-18 7-16 0,-11 2 6 0,5 0 4 16,5 0 1-16,-1 0-13 0,0 0 19 0,4 0-25 16,-1 0 28-16,22-12 7 0,-22 11-17 0,-12 1-15 15,8 0 2-15,0 0 10 0,3 0-4 16,0 0 10-16,2 0 3 0,-1 0-18 0,1 0 2 16,-1 0 9-16,1 0 3 0,0 0-18 0,-1 0 7 15,0 0 29-15,2 0-15 0,1 0-19 16,1 0 28-16,1 0-23 0,-2 0 25 15,3 0-11-15,0 0-12 0,-1 0 9 0,4 0 0 0,0 0-10 16,-1 0 9-16,1 0-9 0,1 0 11 16,2 0 11-16,0 0-8 0,-1 0 2 15,1 0-14-15,2 0 4 0,-1 0 2 0,1 0-5 16,-2 0-2-16,4 0 12 0,-4 0-2 16,3 0 0-16,0 0-11 0,0 0 5 0,1 0 5 15,-2 0 0-15,1 0-14 0,-1 0 17 16,1 0-13-16,1 0 16 0,-1 0-3 0,2 0-3 15,-3 0-3-15,1 0-9 0,2 0 8 0,-2 0 8 16,2 0-22-16,-1 0 9 0,0 0 16 0,-1 0-15 16,1 0 14-16,-1 0-9 0,-1 6 10 0,0-6-13 15,2 0 6-15,-3 0-2 0,3 0 0 16,-1 0 27-16,1 0-19 0,0 0-11 0,-2 0 2 16,1 0 2-16,-2 0 0 0,2 0 22 0,-2 0-22 15,1 0 3-15,1 0 4 0,-1 0-5 16,4 7 5-16,-4-7-3 0,39 7-14 0,-38-5 11 15,1-2-1-15,-18 0-14 0,8 0 18 16,6 0-15-16,2 0 6 0,1 0 9 0,-1 0-6 16,38 12 8-16,-39-8 7 0,3-1-10 0,-2-1-10 15,1 3 8-15,-5-3-16 0,5-1 22 16,-1 4-3-16,2-3-1 0,-3 0 17 0,0 1-10 16,0 0-7-16,-1-2-11 0,5 5-2 0,2-5 9 15,-4 4-5-15,-1-3 10 0,2 1-9 16,-3-2 19-16,-1 1 0 0,0 1-21 0,1-2 4 15,-2 0 5-15,2 0 0 0,-2 4-15 0,4-4 14 16,-5 0 9-16,0 0-1 0,0 2-24 0,0-1 27 16,0-2-18-16,4 2 0 0,-1-1 17 0,3-1-13 15,-4 2-5-15,1-1-6 0,1 1 8 16,-5-1-2-16,5 1 6 0,1-2-8 0,-2 0 19 16,1 2-5-16,1-1 4 0,1-1-11 0,-2 3 1 15,-2-1 4-15,1-2-10 0,-2 1 5 16,-16-1 2-16,6 0 1 0,6 0-13 0,1 0 3 15,0 0-6-15,4 0 27 0,-4 0-11 0,2 0-14 16,1 0 10-16,4 8 15 0,-3-8-9 16,0 0 6-16,-1 0-16 0,2 0-16 0,35 9 24 15,-35-7-1-15,-6 2 3 0,7-3-4 0,-2-1 18 16,1 1-27-16,-1 1 25 0,1-2-27 16,-3 2 14-16,0-2-2 0,3 1-8 0,-2 1-2 15,0-2 7-15,3 0 0 0,-3 1 19 16,1 0-22-16,-16-1 22 0,8 0-23 0,5 0 9 15,2 0 1-15,0 0-8 0,0 0-4 0,3 0 12 16,33-10-5-16,-53 10 2 0,9 0 18 0,5 0-29 16,0 0 9-16,1 0 13 0,2 0-11 15,0 0 9-15,1 0-35 0,0 0 31 16,2 0-7-16,-3 0 19 0,2 0-28 0,32-14-7 16,-31 13 20-16,-8 0-2 0,4 0-19 0,2-1 37 15,-4 1-20-15,2-2-9 0,-2 1 9 0,0 2 4 16,0-1-11-16,2 0 11 0,-2-3 1 0,2 2 0 15,-2-1-3-15,3 0 16 0,2 0-1 16,-2 0-19-16,-1 1-5 0,-3-1 10 0,2 2-6 16,1 1-6-16,-3-6-1 0,2 5 12 0,-3-3 9 15,-1 3-11-15,2 0-11 0,-1 0-11 0,0-1 24 16,1 2-11-16,-4-3 2 0,2-1 12 16,-3 4-13-16,2-1 4 0,2-4 0 0,-4 4 17 15,-10 1-8-15,8 0 3 0,1 0-8 16,0 0-3-16,2 0-12 0,28-10 20 0,-29 9 3 15,2-1-3-15,-3 0 13 0,0-1-28 0,3 1 9 16,-2 1-1-16,0-4 18 0,-2 4-12 0,3-1 6 16,0-2 2-16,-2 3-11 0,-13 1-4 15,9 0 23-15,0 0-29 0,3 0 0 0,1 0 4 16,0 0-15-16,0 0 21 0,0 0 1 0,0 0 19 16,23-10-23-16,-23 9 3 0,-10-1-4 15,6 0-3-15,1 2 6 0,0-1 0 0,-1-1-5 16,-6 2 4-16,3-4-8 0,-1 3 7 15,-2 1 18-15,7 0-25 0,-6 0 12 0,-14 0 15 16,11 0-17-16,-1 0-9 0,-1 0 7 0,-1 0 21 16,1 0-21-16,0 0-9 0,-3 0 12 0,2 0 12 15,-8 0-16-15,9 0-1 0,-1 0 14 0,-1 0-25 16,0 0 17-16,-1 0 5 0,4 0-10 16,-5 0 4-16,2 0-8 0,1 0 3 0,-2 0-1 15,2 0 3-15,-1 0-8 0,0 0-3 16,18 13 22-16,-8-11-10 0,-3 1 0 0,-4-2 2 15,3-1 0-15,-4 3 6 0,-1-3 9 0,0 0-34 16,1 1 7-16,-2-1 13 0,1 1-21 0,0 0 26 16,9 3-8-16,2-3 17 0,-1 0-37 0,1 1 12 15,0-1 1-15,1 2 7 0,-1-2-3 16,4 0 5-16,-6 1 1 0,3 1-9 0,-1-1 10 16,0-1 9-16,4 1-11 0,-5 0-1 0,1 0 17 15,-6-1-28-15,-4-1-10 0,4 0 12 16,1 0 30-16,-3 0-22 0,0 0-7 0,-1 0 2 15,-4 0 5-15,-6 0 2 0,8 0-1 0,-2 0-1 16,-6 0-9-16,8 0 15 0,-2 0-4 16,-6 0-5-16,8 0 4 0,-1 0-19 0,-1 0 25 15,1 0-5-15,0 0 11 0,-7 0-12 0,9 0 0 16,-3 0-20-16,4 0 17 0,-4 0 6 16,0 0-2-16,1 0 0 0,-7 0-8 0,10 0-10 15,-5 0 10-15,-5 0 2 0,7 0-9 0,-7 0-1 16,9 0 19-16,-2 0 2 0,-7 0-11 15,7 0 10-15,-1 0 9 0,-6 0-22 0,7 0 10 16,0 0 12-16,-7 0-11 0,10 0-10 0,-2 0 15 16,4 0 1-16,18 18-13 0,-18-17 3 0,0 0-13 15,-3 3 12-15,5 2-11 0,-4-2 9 16,-2-3 2-16,0 1-4 0,-5 0-11 0,3-1 16 16,-3 1-2-16,-1-1-4 0,2 1-15 0,-2 1 12 15,1-1 17-15,0-1-4 0,0 2-5 16,-1 1-4-16,1-2-12 0,0 2 23 0,1 0-25 15,-2-2 23-15,1 3-8 0,1 0 5 0,3 7 4 16,1-3-10-16,-2-1 7 0,1 0 2 16,-5-4-10-16,2 1 18 0,-2 1-9 0,1-4 0 15,0 3 1-15,-2-2-9 0,1 0 18 0,0 1 0 16,-1 0-20-16,-1 0 27 0,1-1-31 0,1 1 25 16,-1 0-25-16,1-2 17 0,-2-2-5 15,0 0-8-15,0 0 5 0,0 6 9 0,0-6-24 16,0 7 19-16,0-7-3 0,0 7-14 0,0-7 12 15,0 8 14-15,0-8-11 0,-10 16 18 16,8-12-12-16,-4-2-13 0,3 3 14 0,-2-3-12 16,1 3 9-16,-7 5-1 0,1-5 11 0,3-2-13 15,0 3-7-15,-1-2 5 0,3 0 19 16,-3-1-20-16,-4 2-11 0,-3-1 12 0,3 2 4 16,3-4-15-16,-2 1 9 0,3-1-4 0,-9 1 3 15,3-1-14-15,0 2 13 0,2-2 8 0,0-2-29 16,5 0 10-16,7 0 3 0,-10 0 3 15,-2 0 4-15,-5 0-2 0,2 0-10 0,-19-15 23 16,18 13-7-16,6-2-2 0,-6 0-7 16,3 1-12-16,-6 0 15 0,8 2 3 0,-1 0-7 15,1-1 14-15,2 2 19 0,1-1-33 0,-2 1 19 16,2-1-6-16,0-1-12 0,1 2 13 16,-8 0-16-16,0 0 17 0,3 0-6 0,-1 0-4 15,3 0 13-15,-10-5-23 0,11 2 13 0,1 1 19 16,-7-1-9-16,-1 3-6 0,2-5-6 0,3 1 10 15,1-1-10-15,3 3 16 0,-1-1 6 16,0 0-11-16,2 2-12 0,-2 0 16 0,4-1-3 16,-11-2 0-16,2-3 10 0,0 6-13 0,3-1-12 15,1 0 0-15,-8-1 4 0,2 0 10 16,-1 2 0-16,-1-1-11 0,-1-1 19 0,0 1-6 16,6 0-2-16,0 1-2 0,-7-1 2 0,1 0-12 15,-2 1 19-15,-1 1-8 0,7-1-2 0,-6 1 5 16,2-2-17-16,-3-3 7 0,15 5 14 0,-9 0-1 15,-2 0-5-15,-5 0 2 0,2 0 16 16,-2 0-21-16,0 0 3 0,-2 0-2 0,-2 0 10 16,1 0-17-16,-2 0 4 0,0 0 5 15,-1 0 15-15,-2 0-32 0,1 0 0 0,1 0 14 16,-4 0 8-16,3 0 0 0,-2 0 15 0,-1 0-36 16,0 0 23-16,-29 14-10 0,29-12 13 15,-2-1-9-15,2-1-5 0,-1 1-19 0,0 2 29 16,0-2-7-16,16-1 0 0,-7 0-10 0,-4 0 1 15,-3 0 20-15,-1 0-13 0,1 0 2 0,0 0-4 16,0 0 1-16,-2 0 5 0,1 0-8 16,-3 0 0-16,0 0-14 0,1 0 17 0,-3 0-5 15,1 0 25-15,0 0-41 0,2 0 24 0,-2 0 3 16,1 0-21-16,1 0 9 0,-1 0 16 16,0 0-7-16,0 0 11 0,-1 0-14 0,1 0-9 15,-1 0 3-15,1 0 5 0,1 0 5 0,-3 0-2 16,1 0-21-16,-1 0 25 0,1 0-14 0,0 0 10 15,-2 0-3-15,-36 3 2 0,34-1-11 16,4 1 4-16,-2-2 12 0,1-1-13 0,0 1 2 16,-2-1-2-16,19 0 14 0,-9 0 9 15,-3 0-12-15,-3 0-6 0,-1 0-7 0,-1 0 14 16,-1 0 18-16,2 0-31 0,1 0 13 16,0 0-27-16,-2 0 19 0,2 0-2 0,-2 0 21 15,-1 0-15-15,1 0 0 0,-36 10 12 0,34-10-32 16,20 0 14-16,-8 0 4 0,-6 0-9 0,-2 0 26 15,-3 0-27-15,1 0-9 0,0 0 33 16,-1 0-10-16,-1 0-22 0,5 0 10 0,-1 0 9 16,1 0-5-16,-1 0 3 0,3 0 6 0,-4 0-6 15,-1 0 8-15,3 0-3 0,-1 0-3 16,1 0-21-16,-1 0 13 0,1 0 12 0,-1 0-5 16,1 0-6-16,-1 0 13 0,1 0-1 0,-1 0 15 15,-1 0-32-15,3 0 6 0,-4 0 3 0,3 0-11 16,-2 0 17-16,0 0 20 0,3 0-25 15,1 0 5-15,-1 0 5 0,1 0-17 0,0 0-5 16,1 0 6-16,2 0 7 0,1 0 3 0,-2 0-2 16,1 0-6-16,-2 0 20 0,-1 0-8 0,0 0 10 15,-1 0-16-15,0 0 10 0,-2 0-11 0,3 0 18 16,0 0-20-16,-33-8 1 0,34 6-1 16,-2 1-5-16,4 0 12 0,-3-4 2 0,16 5 4 15,-6 0-19-15,-4 0-2 0,-5 0 25 16,2 0-13-16,-2 0-1 0,-1 0-4 0,0 0 1 15,0 0-1-15,1 0 1 0,-33-8-6 0,32 7 10 16,-3 1-4-16,1-2 1 0,1 1-8 0,1-1 2 16,-2 0 15-16,3 1-7 0,-5 0-4 15,4 0-6-15,-2-5 27 0,2 5-17 0,0-2-3 16,2 1-3-16,-2 0 15 0,0 1-19 0,2-1-5 16,-2 0 20-16,-4 0-14 0,21 2 9 15,-12 0 5-15,-1 0-10 0,-3 0 4 0,-2 0-3 16,2 0 4-16,-1 0-10 0,0 0-3 15,-1 0 21-15,1 0-12 0,0 0 6 0,0 0 0 16,3 0-6-16,-1 0 5 0,0 0 0 0,0 0-1 16,1 0 2-16,1 0-13 0,-3 0 34 0,2 0-17 15,0 0 10-15,0 0-22 0,1 0-19 16,-3 0 11-16,2 0 5 0,1 0 2 0,-1 0 25 16,3 0-17-16,-4 0-12 0,2 0 10 0,0 0 2 15,0 0 0-15,-1 0-20 0,0 0 39 16,1 0-38-16,-27 6 14 0,27-6 3 0,0 1-5 15,1-1 1-15,-1 0 19 0,1 0-14 0,13 0 20 16,-8 0-20-16,-1 0-6 0,-6 0 7 16,-2 0 7-16,-1 0-10 0,-2 0 0 15,-1 0 17-15,1 0-1 0,-38 9-28 0,40-3 12 16,-1-4 15-16,-3 0-17 0,2 3 3 0,-2-4-13 16,1 3 31-16,1-2-21 0,-3-1 13 0,0 0-35 15,0 4 1-15,1-4 19 0,1 2 10 0,-3-3-3 16,3 0 1-16,0 1-3 0,-1 3-12 15,1-2 6-15,-2-1-3 0,3 3 13 0,-6-2 5 16,0-1-16-16,-2 0 4 0,1 2 22 16,3 1-15-16,0-3-24 0,-4 3 14 0,-3 0-2 15,5-2-5-15,-2 2 17 0,1-2-3 0,0 2-2 16,-2-2-10-16,3 2 16 0,-1-1-6 16,-2-1 9-16,4 2-24 0,-3-1 25 0,0 0 16 15,0 1-5-15,-2 2-11 0,3-3-29 0,-1 1 12 16,-1-2 14-16,-1 2-15 0,4-2 1 15,-3 1 10-15,1 1-10 0,1-1 15 0,-1-2-4 16,1 2-23-16,-4 0 23 0,3-2-6 0,0 3 15 16,-2-2 4-16,2-1-5 0,-1-1-7 0,3 2-2 15,0 0 16-15,-1 1-40 0,2-3 19 16,-1 0-13-16,2 0 19 0,-3 1-12 0,3 0 27 16,2-1-11-16,17 0-14 0,-9 0 5 15,-1 0 2-15,-4 0-10 0,0 0-3 0,-2 0 31 16,1 0-15-16,-1 0 1 0,-1 0-9 0,1 0 15 15,0 0-19-15,-1 0 16 0,3 0-3 16,-3 0-23-16,0 0 14 0,3 0 22 0,0 0-17 16,0 0-4-16,-1 0 2 0,-1 0-2 15,0 0-5-15,2-9 11 0,-35 1 0 0,53 8-5 16,-11 0 17-16,-2 0-15 0,-3 0 2 16,-33-10 1-16,34 4-6 0,-2 5-2 0,2-1-6 15,1-3 20-15,0 1-7 0,1-1-8 0,-1 5-12 16,4-2 12-16,-3-1 19 0,-2 0-17 0,7 1 5 15,-5-2 1-15,4 2 2 0,-3-1-2 0,2-1 16 16,0 3-22-16,0 1 3 0,-4 0 2 16,5-3-7-16,-1-3 16 0,-3 5-25 0,2-1 19 15,2 1-2-15,2-1-13 0,-6 0 30 16,4-1-6-16,-2 2-11 0,4-4-20 0,-1 2 31 16,0-3-12-16,5 3-11 0,-7-2 11 0,3 2-7 15,0-1 8-15,2 2 2 0,-1-2-12 0,11 4-1 16,-7 0-5-16,1 0 21 0,-5 0 9 15,1 0-13-15,-17-11-11 0,27 11 12 0,-7 0-1 16,2 0-2-16,-2 0 5 0,2 0-14 0,-4 0 7 16,-1 0-11-16,2 0-2 0,-1 0 20 15,3 0-9-15,-1 0 25 0,-2 0-31 0,-13-11-4 16,18 10 23-16,-5-1-3 0,6-1-2 16,0 3-17-16,2 0 22 0,0-1 4 0,1 1 5 0,0 0-17 15,3 0-10-15,-12-1-8 0,3-1 25 16,0 0-4-16,1 0 0 0,0 1-18 15,6 1 21-15,9 0-2 0,-11 0-2 0,1 0 0 0,3 0-2 16,-1 0-9-16,-5 0-8 0,0 0 11 16,2 0 3-16,2 0 8 0,0 0-23 0,1 0 11 15,2 0 14-15,6 0 0 0,-8 0-5 0,8 0 15 16,-7 0-25-16,7 0 11 0,0 0-1 16,-9 0 1-16,9 0-11 0,0 0-4 0,-8 0 0 15,8 0 11-15,0 0 4 0,-6 0 1 0,6 0-11 16,0 0 21-16,0 0-13 0,-8 0 2 15,8 0 8-15,0 0-20 0,-7 0 2 0,7 0 12 16,0 0-11-16,0 0-1 0,-6 0 1 0,6 0-1 16,0 0-1-16,0 0 15 0,-9 0-3 15,9 0 0-15,0 0-8 0,0 0-4 0,0 0 6 16,0 0 1-16,0 0 6 0,-6 0-12 0,6 0-12 16,0 0 7-16,0 0 11 0,-8 0 3 15,8 0 5-15,-6 0-10 0,6 0-4 0,0 0 3 16,-19 10-10-16,15-8-13 0,-2 0 9 15,1-1-7-15,-1 0 12 0,1 0 1 0,0 3 10 16,0-3-16-16,0 0 11 0,-1 1-16 0,-1-1 23 16,2 0-8-16,0 2 7 0,-1-3 0 0,1 2-4 15,0-1 5-15,-1 0-7 0,1 1-18 16,-8 3-1-16,13-5 11 0,-8 0-2 0,1 0 12 16,7 0-6-16,-7 0 11 0,7 0-12 0,-6 0 4 15,6 0 16-15,0 0-27 0,-7 0-21 0,7 0-10 16,0 0-16-16,0 0-26 0,-7 0-12 15,7 0-16-15,0 0-22 0,0 0 14 0,0 0-32 16,0 0-17-16,0 0-12 0,0 0-14 0,0 0-9 16,-12-1-8-16,12 2 6 0,-1-2-3 15,1 1-12-15,-1 3 21 0,1-3-61 0,0 1-7 16,-2 2-51-16,0 0-92 0,0 0 20 0,1 2 17 16,0 2 29-16,-7 8 49 0,6-1-28 0,-2-3 0 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3-16T11:50:46.429"/>
    </inkml:context>
    <inkml:brush xml:id="br0">
      <inkml:brushProperty name="width" value="0.08819" units="cm"/>
      <inkml:brushProperty name="height" value="0.35278" units="cm"/>
      <inkml:brushProperty name="color" value="#92D050"/>
      <inkml:brushProperty name="tip" value="rectangle"/>
      <inkml:brushProperty name="rasterOp" value="maskPen"/>
    </inkml:brush>
  </inkml:definitions>
  <inkml:trace contextRef="#ctx0" brushRef="#br0">15589 12657 370 0,'0'0'264'0,"0"0"-40"0,0 0 3 16,14 0-15-16,-14 0-4 0,0 0-27 0,0 0-8 16,0 0 0-16,0 0 2 0,0 0-8 0,0 0-6 15,12 0-7-15,6-16-6 0,-16 15-27 0,5 0 6 16,-3 1-27-16,3 0 7 0,-1-1 2 15,-6 1-22-15,12 0 6 0,0 0-10 0,9-6 24 16,-12 3-10-16,3 3-27 0,-12 0 6 0,6 0 1 16,2 0-8-16,0 0-8 0,0 0-5 15,5 0-2-15,4 0-10 0,-2 0-2 0,3 0-12 16,0 0 2-16,1 0 0 0,-1 0-5 16,1 0-3-16,0 0 14 0,3 0-32 0,-1-7 13 15,0 7-1-15,24-11-7 0,-26 9 4 0,4 0-14 16,-5-1 2-16,-1 3 11 0,-8 0-6 0,2 0-10 15,3 0 2-15,-2 0 19 0,4 0-25 16,-3 0 14-16,3 0 4 0,-4 0-12 0,0 0-2 16,-1 0-1-16,5 0 10 0,2 0 21 0,0 0-17 15,1 0-5-15,-1 0 3 0,-3 0-14 16,0 0 18-16,1 0 10 0,-1 0-1 0,2 0 3 16,1 8-12-16,-4-8 11 0,1 0 14 0,-3 0-1 15,7 0-7-15,-6 0-23 0,3 0 10 0,-4 0-7 16,-1 0 2-16,6 0-13 0,-2 0 1 0,0 0 6 15,-2 0 16-15,2 0-18 0,1 0 0 0,0 0 13 16,0 0-2-16,-1 0-12 0,-2 0-3 16,0 0 6-16,1 0 6 0,4 0 2 0,0 0-12 15,-2 0 19-15,-3 0-13 0,4 0-7 0,-2 0 12 16,-1 0-8-16,-1 0 5 0,5 0-2 16,-5 0-7-16,2 0 1 0,0 0 2 0,3 0-16 15,-1 0 9-15,24-10 13 0,-23 8-7 16,6 0 1-16,-6-2-12 0,2 4 18 0,1-1-8 15,2-2-1-15,-5 2-5 0,3-1 12 0,2 0 6 16,0 0-13-16,0 2 0 0,-10 0 1 0,4 0 16 16,6 0-18-16,2 0-2 0,1 0 0 15,-2 0-1-15,2 0 7 0,25-10-12 16,-23 9-8-16,-1-5 16 0,1 5 3 0,-1 0 4 16,1-1 0-16,1 1-8 0,0-3 5 0,1 1-17 15,1 3 20-15,1 0 6 0,-4-1-13 0,4 0 2 16,0-1 4-16,-3 2-6 0,2-2 0 15,-4 1-2-15,5 0-14 0,-4-1 15 0,3 1-1 16,-2-2 20-16,3 3-27 0,-1 0 9 0,2 0-1 16,-4-1-5-16,-1 1 11 0,3-1 6 0,-2 0-7 15,2-3-4-15,2 4-3 0,-2-1-1 16,1-1 7-16,-1 2 7 0,6-1-20 0,-4-1 7 16,-2 0 1-16,2 1 17 0,-15 1-24 0,6 0-1 15,5 0 14-15,3 0 5 0,2 0-5 16,-1 0-11-16,0 0 14 0,35-9-3 0,-35 8-8 15,3-1 2-15,-18 2 11 0,9 0-20 0,5 0 13 16,1 0 5-16,0 0-19 0,3 0 15 16,1 0 1-16,-1 0 0 0,-2 0-3 0,-2 0-6 15,3 0 9-15,-2 0-16 0,2 0 20 16,-1 0-8-16,2 0 0 0,-3 0 6 0,40 9 3 16,-37-8 1-16,0-1 0 0,0 0-5 0,-1 1-2 15,1-1 3-15,2 1-8 0,-22-1 3 0,12 0 11 16,4 0-12-16,0 0-4 0,2 0-1 15,-2 0-6-15,1 0 2 0,2 0 7 0,0 0 9 16,-1 0-6-16,1 0 2 0,0 0-3 0,3 0-5 16,-2 0 3-16,2 0 0 0,-3 0 1 0,40-10 10 15,-38 8 1-15,1 1-12 0,0 1-2 16,0-2 0-16,0 1 5 0,-2 0-1 0,1 1 4 16,1-2-19-16,-1 0 13 0,3 1 0 0,-1-1-1 15,0 2 13-15,-1-2-11 0,0 2 0 16,1-1 9-16,-1 0-8 0,-1-2-2 0,0 1-5 15,-1 1-9-15,0 1 24 0,-19 0-7 0,11 0 8 16,1 0-9-16,4 0 10 0,3 0-3 16,0 0-1-16,-2 0-3 0,1 0 12 0,-1 0-15 15,2 0-3-15,-1 0 11 0,3 0-4 16,-2 0-11-16,1 0 7 0,-1 0 16 0,2 0-10 16,3 0-3-16,-5 0 0 0,1 0 8 15,-1 0-13-15,-2 0 4 0,1 0 1 0,-1 0 3 16,2 0-14-16,-1 0 6 0,-1 0 11 15,-1 0-6-15,1 0-1 0,0 0 2 0,2 0-6 16,2 0 1-16,-3 0 0 0,-2 0 0 0,0 0 11 16,3 0-10-16,32 13-1 0,-35-12 4 15,-1 2 3-15,0-2-21 0,4 2 20 16,-3 0-1-16,-1-2-2 0,1 1-8 0,-1 0 12 16,-4 1-6-16,2-3 11 0,-2 1-16 0,0-1 6 15,-2 4-4-15,-1-4 4 0,2 2-2 16,0-2 0-16,-3 1-6 0,0 2 1 0,-2 1 4 15,0-1 4-15,2 0-2 0,-1 1 14 0,2-3-3 16,1 1-11-16,-4 2-3 0,5-1 12 16,-2-1-10-16,0 1 1 0,0 0 2 15,2 0 0-15,-1 2-4 0,-2-5 5 0,0 1 7 16,2 2-14-16,0 0 9 0,-2-3-6 0,-3 2 2 16,5-2 0-16,0 1-4 0,1 0 9 15,-2 0 0-15,-1 1 10 0,2 0-13 0,-3-1-1 16,3 0 18-16,-2 2-11 0,0 0 10 15,-2 0-16-15,3-1 4 0,-2 0-7 0,3 1 5 0,-2 1 1 16,-1 0 2-16,3 0-6 0,-6-1-2 16,5-2-2-16,-1 3 4 0,2-2 2 0,-4 1-7 15,4-1 7-15,-4 2-6 0,0-3 0 16,-1 3 2-16,3-1 2 0,1-3 1 0,-2 5-7 16,1-4 6-16,-14-1 13 0,10 0-12 0,2 0-7 15,-1 0 6-15,2 0-6 0,0 0 13 16,22 10-7-16,-23-8 6 0,-2 3-8 0,-3-1 5 15,6 0-11-15,-4-1 6 0,-4-3-5 16,-1 2 12-16,4 0-8 0,-1 2-7 0,-10-4 13 16,4 0-13-16,5 0 11 0,19 14-3 0,-24-14-4 15,3 2 8-15,-5-1-1 0,8 3-3 16,-7-2 6-16,2-2-6 0,2 7-1 0,-3-6 4 16,-4-1-1-16,3 3-10 0,-1-2 12 0,-4-1-2 15,1 4-4-15,2-2 2 0,5 3-1 0,-4-4 0 16,-9-1-8-16,7 0 12 0,-7 0 6 15,8 0-10-15,0 0 3 0,-8 0-11 0,6 0 11 16,-6 0-3-16,9 0 2 0,-4 0-2 16,-5 0 6-16,8 0-5 0,1 12-5 0,-5-11 6 15,2 2-1-15,-5-3 0 0,2 2 7 0,2 0-9 16,-1 0-1-16,0 0-6 0,0 1 12 16,-1-1-4-16,2-1-8 0,-1 5 1 0,0-4 10 15,0 1-4-15,0-1 5 0,-2 2 4 16,3-2-9-16,-1-1 0 0,1 3 1 0,-1-2 2 15,-1 0 0-15,-2-2 0 0,3 3-5 0,-3-2 5 16,2 0-8-16,-3-1 9 0,2 3-2 0,1-2-4 16,-3 1 10-16,1-1-6 0,2 2 3 15,-3 0 5-15,0-2 1 0,0 3-15 16,1-3 9-16,1 1-6 0,-2 0 5 0,0-1 2 16,0 2-2-16,2-2-3 0,-2-1 3 0,0 0 5 15,0 0-14-15,0 0 8 0,0 0 2 0,0 0-7 16,0 0 4-16,0 6 0 0,0-6 4 15,0 0-2-15,0 0-3 0,0 6-6 0,0-6 8 16,0 0 1-16,0 7-1 0,0-7-6 16,0 6 9-16,0-6-3 0,0 6-1 0,0-6 6 15,-10 12-7-15,8-9 2 0,0 1 0 0,-1-1 6 16,1 1 2-16,-2 1-9 0,2-2 3 16,1 1 4-16,-1-1-7 0,0 0-2 0,0 0 13 15,-3 1-15-15,5 0 13 0,-4-1-12 16,1 0-6-16,1-2 7 0,0 2 0 0,0 0 0 15,1-1-2-15,-2 1 13 0,2 0-5 0,-2-1-3 16,2 1-4-16,-2 0 9 0,1 1-8 16,2-3 0-16,-3 0-2 0,2 2 1 0,0-1 0 15,-2-1 6-15,1 0-3 0,-1 2 2 0,2-2 3 16,-2 0-9-16,1 2 2 0,0 0 8 16,0-2 0-16,-1 1 1 0,2-1-15 0,-5 2 21 15,3-3-15-15,-1 0-1 0,0 4 1 0,1-3 4 16,-3 0-6-16,1 0 0 0,-2 0 3 15,3-1 0-15,-4 0-2 0,2 0 12 0,1 2 0 0,5-2-14 16,-9 0 1-16,-3 0-11 0,-1 0-20 16,1 0-17-16,-20-10-44 0,19 6 9 0,-6-2-147 15,1 0-71-15,4-2 26 0,-8 2-278 16,3-1 43-16,-3 2 39 0,-5-4 30 0,-5 3 40 16,2 2 52-16,-2-3-5 0,13 7 23 0,-7 0 40 15,-6 0-5-15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3-16T11:50:56.044"/>
    </inkml:context>
    <inkml:brush xml:id="br0">
      <inkml:brushProperty name="width" value="0.08819" units="cm"/>
      <inkml:brushProperty name="height" value="0.35278" units="cm"/>
      <inkml:brushProperty name="color" value="#92D050"/>
      <inkml:brushProperty name="tip" value="rectangle"/>
      <inkml:brushProperty name="rasterOp" value="maskPen"/>
    </inkml:brush>
  </inkml:definitions>
  <inkml:trace contextRef="#ctx0" brushRef="#br0">15570 12754 340 0,'0'0'189'0,"0"0"-43"0,0 0-3 0,0-14 15 0,0 14-32 15,0 0-5-15,0 0 3 0,0 0-3 0,0 0 12 16,0 0-8-16,0 0 1 0,0 0 11 16,13 0 4-16,-13 0-1 0,0 0-8 0,0 0-27 15,0 0 15-15,0 0-29 0,0 0 12 0,10 8-8 16,-11-3-4-16,-2 0-5 0,-2 13-2 0,1-3-3 15,-2-1-2-15,-3 0-15 0,5 0 6 16,-2 1-7-16,-1-1-12 0,1 3-2 0,0 1 1 16,-3 0 0-16,1 1 2 0,-1 1-28 0,0-1 10 15,0 4-1-15,0-4-8 0,-1 0 13 0,1-2 3 16,-1 3-5-16,-3-2-21 0,3-2 20 16,1-2-13-16,-3 6-19 0,3-3 2 0,0-1-2 15,2 1 29-15,-1-1-1 0,0-2-3 16,-2 1 7-16,5-2-3 0,0-2-3 0,1-3-8 15,2 1-1-15,-2-4-29 0,1 4 14 0,3-5 0 16,0-4 6-16,0 0-1 0,0 8-2 0,0-8 4 16,0 7-2-16,0 0-1 0,0-7 0 15,0 7-1-15,0 1 0 0,0-8-9 16,0 9 1-16,0-3 15 0,9 4 24 0,-6-7-12 16,2 1-23-16,-1 0 0 0,1-2 0 0,6 6 14 15,-2-4 11-15,3-1-16 0,6 1-12 0,1 1 7 16,-9-5 5-16,5 0-24 0,3 0 23 0,4 0-2 15,1 0-11-15,1 0 2 0,29-12-3 16,-28 11 15-16,2-1-14 0,5 1 14 0,-2 0 2 16,-1-2 10-16,3 2 1 0,1-2-7 15,0 1 5-15,3 2 0 0,2-1 16 16,-3 0-8-16,-3 1-30 0,4-2 11 0,-4 1 0 16,2-2 3-16,2 3 0 0,-3-2-7 0,-13 2-2 15,6 0 2-15,8 0-1 0,0 0 17 16,1 0-27-16,1 0 0 0,0 0 28 0,2 0-4 15,0 0 0-15,0 0 2 0,0 0-15 16,0 0 14-16,-1 0 5 0,0 0-5 0,0 8-3 16,1-8 1-16,40 9-1 0,-42-6 9 0,1-2-1 15,0 2-6-15,-2 0-4 0,-1 1 6 16,5-2 1-16,-2 1-7 0,0 1 2 0,1-3-2 16,1 3-2-16,-2-3 0 0,2 2-1 15,1-3-4-15,-2 0-9 0,3 0 10 0,0 2-6 16,-22-2 4-16,11 0 15 0,7 0-6 15,0 0-14-15,1 0 9 0,43 12 3 0,-40-11 4 16,0 0-4-16,1 4-7 0,-3-2-1 0,1 0-2 16,2 0 12-16,-1 1-11 0,0-3-4 0,1 0 0 15,-1 3 4-15,1-3 5 0,2 3 0 16,-2-2-10-16,-1 4 2 0,0-2 0 0,1-4 9 16,3 4-6-16,-1-1-6 0,5-1-7 15,-2-1 8-15,4 2-2 0,1-3-1 0,0 1 7 16,-24-1 8-16,13 0-15 0,9 0 3 0,2 0-6 15,2 0 8-15,1 0 3 0,1 0 2 16,-2 0 5-16,-2 0-2 0,3 0-6 0,54 13-1 16,-53-11 2-16,-3-1-5 0,3 2 7 0,-1-2-5 15,0 1 5-15,1 1-5 0,0-1-8 16,-1 0 3-16,0 0-4 0,-1 1-2 0,-1-2 8 16,1-1-1-16,1 1 1 0,3 3 1 0,-6-1 8 15,3-1-4-15,2 2 3 0,-4 1 9 0,0-3-3 16,-1 2-3-16,1 0-9 0,-2 1 1 15,0-4 9-15,5 5-1 0,-4-1-11 0,1-1 9 16,-2-1 4-16,3 1-6 0,-3-3-4 0,0 1 4 16,1 2 4-16,2-2-17 0,-3 1 4 15,2-1 6-15,0 2-2 0,-5-1 9 0,8 1-2 16,-2-1 1-16,2-1-10 0,-4 2-1 0,2-1-2 16,4-1-6-16,-6 2 3 0,4-1 3 0,-5-1-1 15,-1 0-5-15,-1-1 5 0,1 5 11 16,-2-4-5-16,2 1-5 0,-4-1-4 0,1 1 8 15,5-1-10-15,-4 1 17 0,1 0-3 0,1-3 1 16,-2 0 0-16,-1 3-10 0,2-3 9 0,0 0-7 16,-1 0 1-16,-26 0-11 0,10 0 11 15,9 0 9-15,1 0-8 0,0 0 4 16,0 0-5-16,-1 0 0 0,0 0-8 0,1 0 5 16,-2 0 5-16,-2 0-11 0,3 0 1 0,-4 0 13 15,2 0 4-15,-5 0-5 0,3 0-2 0,-1 0 3 16,-3 0-12-16,3 0 1 0,-3 0-2 15,2 0 11-15,-1-6-2 0,-2 6-8 0,3 0 12 16,33-11 2-16,-35 11-4 0,1-3-1 16,2 2-12-16,-3-1 3 0,-1 2 4 0,-14 0 5 15,5 0-6-15,3 0-1 0,2 0 8 16,0 0-8-16,-2 0 0 0,1 0 6 0,-3 0-7 16,2 0-1-16,-1 0 10 0,1 0-2 0,-1 0 2 15,1 0 8-15,-4 0-14 0,3 0 3 16,24-12 1-16,-38 12-2 0,7 0-8 0,1 0 1 15,-1 0 9-15,2 0 8 0,0 0-17 16,1 0 0-16,0 0 14 0,20-10-6 0,-18 5 0 16,-14 5 4-16,8 0-13 0,2 0 9 15,0 0-9-15,-3 0 12 0,25-9 2 0,-21 8-13 16,-4-3 19-16,2 2-12 0,-5-2 0 16,-3 3 8-16,-1-3-16 0,9 3 10 0,-5 0 3 15,-2-2-7-15,-2 0 10 0,-1 1-9 0,1 0 9 16,5-4 0-16,-1 4-18 0,-3-3 12 0,3 2-9 15,-2-3 17-15,-3 4-17 0,-1 0 11 16,-1-1 1-16,-1-1-13 0,0 1 17 0,4-5-6 16,0 1-11-16,-2 4 13 0,1 0-4 0,2-5 5 15,-5 0-2-15,6-1-7 0,-1 1-6 16,-1-3 14-16,0 0 4 0,0 5-5 0,-4-2-8 16,4-3 4-16,-4 3 0 0,4-3-5 0,0 0 6 15,-5 2 4-15,2 2-4 0,-2 1 5 16,0 0-11-16,-1 0-4 0,0 3 7 0,0-2 4 15,-2 0-4-15,1-1-4 0,5-6 8 16,-3-1 0-16,1 2 2 0,-3 3-4 0,1-2 6 0,1 4-8 16,-3-1-6-16,3 1 3 0,-4-1 12 15,6-6-12-15,-3 1-1 0,-1 0 15 0,1 4-4 16,0 0-9-16,-2-1 11 0,0 1-17 16,3-8 17-16,-2 4-4 0,3-3 1 0,-3 3-4 15,-1-4-11-15,-1 4 5 0,1 2 2 0,-1 10 3 16,0-11 2-16,0 2-15 0,0 1 8 15,0-1-9-15,0 1 4 0,0 0 5 0,0-5 10 16,0 1-18-16,0-3 12 0,-7-12-5 0,4 13 9 16,-2 0-7-16,4 6 10 0,0-2-18 0,-5 3 18 15,1 0-14-15,3 0 2 0,-9-4 2 16,0 1-8-16,-3 1 19 0,1 2-10 0,0-3-5 16,-1 2 2-16,3 2 6 0,2 3-7 0,-10-5 0 15,3 3 6-15,-7 1 1 0,2 1-8 16,-4-4 23-16,1 1-16 0,-4 2 4 0,2-1-5 15,-4 2-3-15,3-3 3 0,-7 3 12 16,4 0-10-16,-5 0-2 0,-3 0 4 0,0 3-6 0,-3-4 8 16,0 2-6-16,-4-1 0 0,1 3-7 15,19 0 5-15,-11 0 12 0,-8 0-5 0,-5 0-6 16,-2 0 5-16,-3 0 1 0,0 0 5 0,-5 0-15 16,1 0 6-16,-6 0 10 0,-2 0-8 15,2 0-6-15,-2 0 15 0,0 0-14 0,0 0 5 16,1 0-3-16,-3 0 4 0,-1 0 1 0,-3 0-8 15,1 0 2-15,-2 0 11 0,1 0-2 16,0 0-12-16,-74-12 7 0,75 8 2 0,-2 1-3 16,-3 1-2-16,-5-2 0 0,2 2 6 0,-1 0-5 15,1-2-5-15,-1 2-2 0,1 1 11 0,1-2-15 16,-4 3 8-16,4-5-5 0,-2 3 2 16,-1 1 3-16,-1-3-4 0,2 1-1 0,0 1 9 15,4-1-5-15,-6 3 13 0,4-2-18 16,0 2 16-16,3-1 0 0,-2 1-10 0,0-2 0 15,2 0-3-15,-2 0 8 0,40 2-4 0,-22 0-1 16,-7 0 4-16,-8 0 5 0,-1 0-4 0,1 0 3 16,-1 0-6-16,1 0 8 0,-2 0-8 15,2 0-7-15,-1 0 6 0,1 0 3 0,-77 9 3 16,74-6 1-16,-1 1-1 0,40-4-2 16,-19 0 1-16,-8 0 4 0,-3 0-8 0,-4 0 0 15,1 0-1-15,1 0 0 0,1 0 5 0,1 0-3 16,-69 7-2-16,69-7-1 0,0 1 14 15,1 2-15-15,1-3 13 0,-1 1-12 0,3 0-1 16,-2 0-1-16,-1 2 12 0,2-2 2 0,0 4-10 16,-2-1-2-16,1-4-3 0,-1 4 9 15,1 1 7-15,1-3-14 0,-3 1 1 0,5 0 1 16,1 4-2-16,2-3-4 0,2 3 7 0,-2-3 1 16,-2 0-3-16,9 1 11 0,-2-3-8 15,-1 3 3-15,1-3 10 0,1 1-19 0,0 0 11 16,6 0-7-16,-2-1-3 0,-1 0 20 0,2 1-24 15,4 1 9-15,0-2-5 0,0 0 4 0,2-1 9 16,1-1-6-16,1 2-7 0,2 1 8 16,1-1-2-16,2 0 1 0,-4-2-2 0,4 6-3 15,-2-5 5-15,-1 0-1 0,5 3 1 16,2-2 3-16,-4 0 3 0,1 1 1 0,4 1-5 16,0-2-5-16,-1 3 0 0,2-2 6 0,0-2-3 15,4 3 0-15,1-4-6 0,-1 0 5 16,3 2 5-16,-1-1-9 0,1 2 9 0,0-1 0 15,1 1-4-15,3 1 1 0,-3-3-8 16,2 1 11-16,-5-1 4 0,9 1-5 0,-1 1-3 16,3-3 3-16,4 3-9 0,3-2 1 15,0 1 6-15,-1-1-2 0,8-1-4 0,0 0 2 16,-6 0 3-16,6 0-3 0,0 0-2 0,-7 0 1 16,7 0 0-16,0 0 4 0,-11 11-6 15,11-11-2-15,0 3 7 0,1-2 3 0,2 3-4 16,0-1-2-16,1-1 8 0,12 8 7 15,-2-5-1-15,5 1-16 0,-1 3 0 0,2-4 3 16,2 1 5-16,1 1-10 0,0-2 5 0,4 0-2 16,1 2 5-16,-3-4 0 0,5 3 8 15,-2-1-8-15,2-1 0 0,5-2-7 0,-2 2-1 16,3-2 11-16,1 0-5 0,2-2 9 0,4 1-8 16,-1-1 0-16,2 0 1 0,-18 0 5 15,9 0-5-15,10 0 7 0,5 0-17 0,1 0 11 16,58-11-3-16,-53 7-6 0,2-1 5 15,-4 3 2-15,4-4 3 0,-1 3-5 0,0 1 9 16,-2 2-3-16,-1-3 3 0,2 0-9 0,0 3 1 16,0 0 2-16,0 0 6 0,-29 0-9 0,17 0 6 15,3 0-4-15,4 0-8 0,58 10 9 16,-55-10 1-16,2 1-3 0,-1 3 4 0,-2-2 7 16,0 1-5-16,2-1 3 0,-1 1-13 0,0 0 4 15,-1-1-3-15,2-1 4 0,-3 3-1 16,2-4 4-16,-1 3 6 0,-1-1-10 0,2-1 5 15,-1 1-4-15,0 0 9 0,3 1-2 16,-2 0-4-16,1 1-9 0,-3-3 6 0,6 2 9 16,-29-3-9-16,16 0 1 0,6 0-4 15,4 0-1-15,1 0 14 0,60 11-13 0,-57-7-3 16,-1-3 3-16,-2 2 4 0,0-2 4 16,-3 2-5-16,-1 0 13 0,3 0-10 0,0-2 3 15,-3 2 2-15,2-2 0 0,0 2-1 0,1 3-2 16,0-6-7-16,1 6 3 0,-7-4 2 15,4 2 6-15,1 1-2 0,-1-4-3 0,-1 4-4 16,2-2 1-16,0 0 0 0,2 0 0 16,0-2 0-16,3 3 0 0,-2 0 16 0,-2-4-12 15,0 0 9-15,-2 2-7 0,3 0 3 0,-1-1-5 16,3 3 6-16,-1 0-3 0,-3-1 5 16,3 1-11-16,-3-2 2 0,2 1 8 0,-1 1-5 15,-1-1-8-15,1-1 4 0,-2 2 2 16,3-1-7-16,-4 2 8 0,7-1-10 0,-3-1 8 15,4-3-3-15,-3 1-1 0,1 0-2 0,2-1 4 16,-3 2-1-16,-1 0 3 0,1-2-3 0,-5 1 14 16,3 1-8-16,3-1-5 0,-4-1 2 15,1 2 3-15,-2-1-2 0,4 0-11 0,-4 3 1 16,1-2 7-16,2 3-1 0,-3 1 0 0,-2-2-5 16,-3-4-3-16,2 3 4 0,-2-1 3 0,-1 0 10 15,0 0-11-15,0 1 3 0,2-1-4 16,0-1 11-16,-1 0-8 0,1 0-1 0,-2 1 1 15,-5 0 6-15,4 0-9 0,-1-2 1 16,-3 2-1-16,0-2 14 0,-1 0-10 0,-2 0-1 16,0 0 0-16,-18 0 0 0,7 0-6 15,7 0 3-15,-1 0 3 0,-1 0 0 0,3 0-2 16,-2 0 4-16,1 0-11 0,0 0 8 16,-3 0-1-16,-3 0 3 0,2 0 6 0,-5 0-7 15,3 0 1-15,18-13-4 0,-32 13 11 16,5-1-7-16,0 1 5 0,-2 0-11 0,-7-2 4 15,0 2 9-15,-1 0-10 0,-1 0 6 0,-4 0-7 16,1 0 2-16,-1 0 0 0,3-1 6 16,-3 1-5-16,2 0 6 0,-1 0-7 0,-1 0-6 15,3-1 1-15,-2-2 14 0,-1 3-15 16,2 0 7-16,-1-1-7 0,0-1 8 0,1 2-5 16,-3 0 3-16,1-1 1 0,1 1-1 0,-1 0 5 15,0 0-12-15,-1 0 5 0,1 0-6 0,-1 0 10 16,0 0-8-16,0 0 15 0,1 0-4 0,-4-2-7 15,3 2-1-15,1 0 6 0,-2 0-12 16,-3 0 4-16,0 0 4 0,0 0 5 0,9 0-9 16,-3 0-1-16,-6 0 7 0,9 0-8 15,-1 0 8-15,-3 0 0 0,1 0 7 0,-6 0-13 16,10 0-1-16,-2 0-2 0,0 0 3 0,-8 0-1 16,6 0 5-16,-6 0 4 0,9 0-4 15,-9 0 0-15,8 0 0 0,2 9-2 0,-7-8 7 16,1-1 0-16,-1 0-7 0,0 0 5 15,-3 0-1-15,0 1 3 0,2-1 3 0,0 2 5 16,-2-2-18-16,0 0 4 0,0 0 3 0,0 0-7 16,0 0 11-16,0 0 7 0,0 0 2 0,0 0-21 15,6 0 12-15,-6 0-5 0,0 0-3 16,8 1 2-16,-11-1-4 0,2-1-3 0,0 1 4 16,-1-2 5-16,-2 0-3 0,1 0 1 0,-3 1 0 15,-2 0 0-15,1 1 6 0,-11-3 7 16,-1 3-11-16,1-3-1 0,3 3-1 0,-6-3 0 15,1-1 2-15,-1 3-2 0,1-1 6 0,-5-1 6 16,5 1 1-16,-1 2-16 0,-2-4-1 16,2-2 13-16,-2 3-7 0,-1 0 1 0,0-1-8 15,-3 1 7-15,1 1-2 0,-3-2 0 0,2 1-7 16,1-1 11-16,-1 1-1 0,1-2-2 16,-3 0-2-16,3 2 2 0,1 1 1 0,1-1 2 15,-3 1-6-15,3 0 17 0,-3-2-17 0,-1 4 8 16,0-2-5-16,-1 1 11 0,1-1-10 0,2 2 10 15,-4-3-14-15,-3 2 5 0,2-2-4 16,4 2 7-16,-1 0 2 0,15 1-8 0,-8 0-2 16,-4 0-2-16,-3 0 14 0,0 0 9 15,-2 0-5-15,-1 0-5 0,-1 0-5 0,1 0 4 16,-3 0-4-16,-1 0 2 0,1 0-8 0,-43 6 4 16,32-3 2-16,-1-3 1 0,-1 0 1 15,-3 3 0-15,-3-3-4 0,-1 1 2 0,0 2-3 16,27-3-5-16,-14 0 3 0,-11 0 12 15,-4 0-3-15,-6 0-10 0,-66 13 13 0,60-11-16 16,-3 2 15-16,-1 1-4 0,2 0-5 0,-3 0-3 16,-5 4-2-16,0 0 4 0,-5-3-2 15,3 2-1-15,-1 1 7 0,0-3 3 0,1 1-5 16,3-2-6-16,-3 2 11 0,0-1-7 0,2 1-3 16,2-1 9-16,-1-1-7 0,3 0 0 0,-3-1 11 15,5 1 1-15,1-3-11 0,-2 1 2 16,0-3-1-16,1 4-7 0,4-3 17 0,-1 3-7 15,2 0 2-15,-1 0-8 0,2-1 2 0,-1 2 14 16,3-1-9-16,1-1-4 0,-1 1 2 0,1 1-6 16,-1-4-3-16,-1 2 6 0,3-3-4 0,4 4 3 15,-4-3-4-15,3-1 8 0,2 0 6 16,-2 2-11-16,5 0 15 0,-5 0-2 16,8 1-8-16,-1-3 5 0,5 1 4 0,-4 1-4 15,1 2-14-15,1-3 3 0,1 3 2 0,1-2-7 16,-1 2 7-16,3-2 1 0,2 4-5 0,-3-3 7 15,2 0 0-15,2 1-7 0,1 1 5 0,0-2 9 16,2 0-11-16,-1 1 1 0,1 0 0 16,2-1-2-16,-3 1-2 0,5 1 6 15,2-2 0-15,3 2-5 0,1-1 1 0,-4-1 3 16,1-1 4-16,6 0 0 0,-2-1 5 0,1 3-12 16,7-2 15-16,-7 1-7 0,4-1-1 0,-1 0-3 15,2 1 3-15,0 0 5 0,-1-2-13 16,3 3 11-16,-3-2-15 0,1 1 11 0,0-2-7 15,4 3 6-15,-2-4-7 0,0 2 16 0,0 2-9 16,0-4 0-16,-1 2-5 0,7-1-2 0,14-1 5 16,-11 0 0-16,1 0-3 0,-1 0-1 15,-2 0 12-15,-1 0-10 0,3 0 4 0,-3 0-2 16,0 0 8-16,-5 0 1 0,1 0-15 0,-3 0 0 16,0 0 3-16,-4 0 7 0,3 0 2 15,0 0-13-15,-4 0 12 0,0 0-11 0,-2 0 3 16,0 0-2-16,-3 0 9 0,-30 2-4 0,32-1-3 15,-6 2 6-15,3-3-8 0,0 1 2 0,-1 2-1 16,1-3 1-16,0 0 10 0,1 1-8 16,-1 1 0-16,3 2 7 0,0-1-5 0,1-2-2 15,-2 0 2-15,6 0-6 0,-4 2 5 16,2-3 11-16,1 1-4 0,-4 5-8 0,11-1 1 16,-5-5 10-16,0 1-13 0,3-1 8 0,-1 2-5 15,5-2-6-15,-2 2 1 0,9-2 14 16,-2 0-13-16,-5 0 1 0,3 0 3 0,3 0 6 15,-1 0-4-15,0 0-13 0,5 0 5 0,6 0-2 16,-10 0 1-16,4 0 3 0,6 0 2 0,-10 0 8 16,10 0-10-16,-16 9-3 0,16-9 7 15,0 0-3-15,0 0 14 0,0 0-8 0,-8 0-10 16,8 0 2-16,0 0-4 0,-7 0 3 16,7 0 6-16,0 0 2 0,0 0-4 0,-7 0-2 15,7 0 5-15,0 0 0 0,0 0-6 0,0 0-1 16,-13 14-8-16,13-13-8 0,0 2 16 15,0-3-11-15,3 4-10 0,2-2 7 0,-1-1 10 16,1 1-8-16,0 0 4 0,0 0 4 16,14 1-3-16,-7-1 0 0,3-2 7 0,-5 0 8 15,11 3 0-15,-3 0-6 0,2-3 4 0,1 0-6 16,1 1 3-16,-11-1 3 0,6 0 8 0,4 0-21 16,4 0 7-16,0 0 5 0,3 0-2 15,4 0 2-15,1 0-9 0,36-11-5 0,-33 10 19 16,0-3 3-16,0 3 3 0,-14 1-5 0,6 0 0 15,8 0-8-15,3 0 8 0,2 0-1 16,3 0-1-16,0 0-1 0,1 0-8 0,0 0-11 16,3 0 22-16,0 0-18 0,0 0 18 0,3 0-2 15,-1 0-5-15,55 10-10 0,-51-10 23 16,2 3-15-16,-26-3 11 0,14 0-10 0,10 0-2 16,4 0 8-16,3 0 12 0,5 0-12 0,1 0 5 15,1 0-9-15,3 0 8 0,2 0 4 16,-4 0 1-16,1 0 0 0,6 0-11 0,-2 0 6 15,5 0 3-15,2 0-2 0,3 0-2 16,2 0-2-16,1 0 3 0,0 0-2 0,0 0 11 16,-2 0-11-16,2 0-1 0,3 0 10 15,-1 0-21-15,-2 0 18 0,3 0 2 0,-3 0-1 16,1 0-10-16,-1 0 2 0,0 0 4 0,-2 0-13 16,2 0 19-16,2 0-17 0,-4 0 7 15,2 0-3-15,1 0 5 0,1 0 0 0,0 0-1 16,1 0-3-16,94-7 14 0,-94 6-6 15,4 0-9-15,-2-2 8 0,4 1-8 0,3 2 3 16,0 0 1-16,-52 0-2 0,25 0 6 16,6 0-9-16,7 0 0 0,1 0 3 0,-1 0-10 15,0 0 9-15,-2 0 5 0,1 0-6 16,84 13 2-16,-87-13 15 0,-7 1-18 0,0 2-12 16,-4-2 16-16,-1 3 2 0,-4-1-3 0,2-3-3 15,-34 0-4-15,16 0 6 0,6 0 0 0,60 13 8 16,-56-10-11-16,-2 1 8 0,-1 1-15 15,-1-1 18-15,0-3-10 0,-6 3 4 0,-3 1-2 16,-3-2 5-16,-1 0-1 0,-4 0 4 16,-3-1-6-16,-4 2-6 0,-18-4 0 0,7 0-3 15,3 0 3-15,-2 0-6 0,-5 0 13 16,-3 0-5-16,-3 0-2 0,-2 0 3 0,-8 5 3 16,8 4-10-16,-11-8 6 0,-1 0 2 0,-3-1 2 15,0 2-12-15,-14 0 9 0,-8-1 1 16,1 0-11-16,-6 2 21 0,1-2-4 0,-6 3 0 15,-5-2-9-15,-3 2 4 0,-4-1 5 0,-1-1 0 16,-1 0-4-16,-5-1-1 0,-4 0-2 16,-2 0 0-16,-5 1 0 0,0-2 9 0,35 0-11 15,-21 0 1-15,-8 0-1 0,-6 0 6 16,-4 0 3-16,-5 0 0 0,-6 0-8 0,1 0-3 16,-4 0 1-16,-1 0 2 0,-87-7-1 0,89 7-1 15,-6-1 0-15,47 1 6 0,-25 0 7 0,-12 0 2 16,-8 0 3-16,0 0-18 0,-4 0 1 15,0 0 10-15,-1 0-4 0,0 0-2 0,1 0-11 16,-1 0-1-16,-1 0 9 0,-2 6 4 16,-98 3-4-16,98-6 2 0,1-1 0 0,-1 2-9 15,2-2 8-15,1 1 3 0,0 0-15 16,-1 0 3-16,0 0 12 0,-1 0 1 0,1 0 2 0,0 1-4 16,4-1-2-16,-1 2 1 0,2-2 3 15,1-1 6-15,1 2 2 0,1 0-12 0,0-1-6 16,0 3 3-16,2-4 4 0,2 1 5 0,-1 1 0 15,4 0-8-15,-1 0 10 0,0 1-9 0,5-1-3 16,2-2 11-16,-3-1-6 0,5 3 0 16,0-1-1-16,4-2-5 0,0 4 4 0,4-5 3 15,1 2-2-15,1 1 1 0,2 0 9 0,6 0-15 16,0-1 18-16,2 1-10 0,4-2-3 16,4 2 4-16,0 0-9 0,5-1-7 0,7 1 11 15,2-1 3-15,1 1 3 0,2-1-7 16,3-1 4-16,9-1-19 0,4 1 0 15,5 1-3-15,3-1 18 0,0 0-6 0,3-1-1 16,1 0-7-16,0 0 10 0,14 1 0 0,-7-1 6 16,18 0-12-16,-13 0 4 0,8 0 4 0,8 0 8 15,4 0-8-15,0 0 6 0,3 0-2 0,4 0 6 16,2 0-2-16,5 0-5 0,0 0 6 16,56-11 4-16,-75 11-6 0,16 0-2 0,10 0-19 15,6 0 20-15,3 0 7 0,6 0-8 16,-2 0-12-16,5 0 16 0,0 0-5 0,5 0 2 15,-2 0-8-15,3 0 7 0,-1 0-2 0,6 0-3 16,1 0 9-16,94 10-1 0,-84-7-15 0,3-2 7 16,-49-1 10-16,26 0-4 0,13 0-7 15,7 0 9-15,4 0-6 0,100 10 10 0,-95-10 6 16,-2 4-7-16,2-2-21 0,-1 3 9 16,-2-3-5-16,-1 3 20 0,2-2-10 0,-2 2 7 15,1-1-4-15,1-3 3 0,-3 4-18 0,4 1 14 16,-5-2 11-16,0 0-19 0,-7 1 2 0,2 0 5 15,1-2 6-15,-5 2-5 0,2-2 8 16,0 1-8-16,1-1 3 0,-4-1-8 0,-3-1 4 16,-7 2-11-16,3-1 8 0,-6-1-4 0,-3 1 5 15,0-1-3-15,-5 3 10 0,-2-2 3 0,-2 3-4 16,-3-2 9-16,-4-2-6 0,-2 5-12 16,-5-4 5-16,-3 2 0 0,-6-2-13 0,-2 2 2 15,0-3 8-15,-6 0-23 0,-4-1 18 0,-7 4 4 16,-6-1 8-16,-3-1-12 0,-5 0-3 15,-3-1 8-15,-2-1-6 0,0 0 3 0,-22 10-9 16,5-4 8-16,-7-1 1 0,-1-1 6 0,-6 2 1 16,0-3 15-16,-6 4-19 0,0-4-2 0,-10 3 5 15,-9 1 0-15,-5 0 2 0,-5-3 0 16,-2 2-9-16,-7 0 10 0,2-2-2 0,-7 0-10 16,-5 0 6-16,-2 0 8 0,-4 2 1 15,-1-5-14-15,-1-1 9 0,-3 4-15 0,-1-2 23 16,-3 1-25-16,-3-2 16 0,-1 0 4 0,-3 2-6 15,-2-3 7-15,-2 0 4 0,1 1-8 16,-8-1-2-16,-2 3 1 0,0-3 1 0,-3 2-4 16,-1 0 1-16,-3 0 9 0,-1 1-11 0,4-2 14 15,0 1-9-15,2 2 1 0,0-2-14 0,2 5 16 16,1-5 5-16,2 0 0 0,-1 5-3 16,4-3-3-16,-2 2 1 0,1 1-6 0,1-1 9 15,5 0-3-15,-1 1 8 0,7 2-4 16,-2 1-4-16,0-1 7 0,3-2-1 0,3 2 1 15,5 0-11-15,2-2 4 0,5 3 0 0,4-2-2 16,0 4-4-16,10-4 13 0,4-1-8 16,5 2-17-16,4-2 18 0,6-3 4 15,9 4-6-15,1 0 4 0,6-4 1 0,6 0-12 16,3 0 4-16,1 0-5 0,5 0 1 0,8 1 11 16,4-2-8-16,8 2-8 0,3-1 2 15,0-4 14-15,0 0 3 0,14 5-15 0,5-3 13 16,5 0-5-16,5 3-7 0,9-3 3 0,-21-2-3 15,11 0-1-15,11 0-7 0,3 0 14 16,7 0-2-16,3 0-1 0,62-14 2 0,-45 8-1 16,1 1-4-16,4-1-9 0,4 2 15 0,11-2 6 15,-1-3-10-15,4 2 8 0,4-2 9 16,1 1-16-16,4 2 4 0,1-2-10 0,3 1 13 16,0 0 6-16,3 2-14 0,3-2 1 0,6 1 13 15,-2-1-5-15,1 0-2 0,1 2-8 16,3-1 2-16,-4 1 1 0,3 1 3 0,0 1-9 15,0-3-9-15,-4 3 18 0,3 0 0 0,2-1 5 16,-5 0 0-16,-3 3-14 0,-56 1 0 0,25 0 15 16,13 0-10-16,4 0-6 0,6 0-7 0,-3 0 7 15,-2 0-7-15,92 9 5 0,-100-6 0 16,-6 0 2-16,-2 3 13 0,-3 1-18 0,-6-1 0 16,-3 0 18-16,-4 1-14 0,-3-1 6 0,-4 2-9 15,-5-1-2-15,-4-1-22 0,-6 0 18 0,-4 1 7 16,-7-1-13-16,-2 2 2 0,-5-1-2 15,-4 0 12-15,-12-3-15 0,-3 0-12 0,-4-1 34 16,-4-3-10-16,0 0-3 0,-20 15 14 0,0-10-1 16,-4 0-4-16,-9-2 0 0,0 0 3 15,-5 2 9-15,-4 0-13 0,-8 0 8 0,-7-2-7 16,-5 1-7-16,-8-3 24 0,-5 1 1 16,-7 1-19-16,-5 3 4 0,-4 1 4 0,-6-1 8 15,-3 2 1-15,-6-2-24 0,-2 2 27 0,-6-1-17 16,0 1 7-16,-6-1 9 0,-4 3-1 0,-5-1-4 15,-4 1-5-15,0-2 7 0,-8 2 15 16,6-1-1-16,-2 2-33 0,-4-1 15 0,2-1 5 16,2 4-6-16,-2-1-4 0,-3 1 17 15,3 4-12-15,3-6-4 0,3 5 8 0,-2-2-4 16,4 3 5-16,2 0-16 0,4-1 20 16,3 0 1-16,5 0 4 0,4 0 2 0,8 1 5 15,4-1-18-15,6 0 18 0,6 2 10 0,6-5-7 16,7 2-9-16,9-1 1 0,6-1 6 15,8-1-8-15,4-3-4 0,10 0 3 0,6-2-18 16,3 1 7-16,6-1 8 0,7 2 0 16,8-4-5-16,8-1 0 0,1-4-17 0,10 5 0 15,11-1-1-15,8-3 15 0,4-1-5 0,-16 0-19 16,12 0 28-16,8 0-15 0,12 0 7 16,60-10 7-16,-41 6-22 0,3-5 9 0,7 4-13 0,2-2 25 15,13-1-21-15,4-1 2 0,1-1 4 16,10 4 9-16,3-4 19 0,4 1-7 15,-2-1-24-15,3 2 10 0,4-1 12 0,4 1-6 16,0 0 9-16,4-1-7 0,-1 2-10 0,1 0-2 16,-1 2 9-16,-3-1-14 0,3 2 17 0,-5-1-12 15,2 0 3-15,-3 1 20 0,-3 1-27 16,-2-1 13-16,-3 3-19 0,-1-5-3 0,-6 4-1 16,-4 0 16-16,0 0-2 0,-3-1 10 15,-6 1-2-15,-1 0-14 0,-5 0-14 0,-6 1 13 16,-5-1-9-16,-7 2 19 0,-6 0-18 0,-35 0-14 15,9 0 4-15,4 0 4 0,-3 0 14 0,-2 0-20 16,-6 0 5-16,-7 0 3 0,-9 0 6 16,-8 0 2-16,0 7 2 0,-13-5 3 0,-10 0 0 15,-10-1-15-15,-3 1 15 0,-2 1 4 16,-9 1-3-16,-8 2 10 0,-4-1 11 0,-5 3-20 16,-6-3 9-16,-6 3 2 0,-4 3 8 0,-4 0 1 15,-7 1 7-15,-2 1 11 0,-4 1-25 16,-2 2-3-16,-5-1 20 0,-4 3 5 0,0-1-7 15,-1 3-5-15,-3-2 12 0,-3 3 6 0,4 0-2 16,4-1-9-16,-1 2 11 0,6-3-6 0,2 2 7 16,4 0-19-16,6-4 5 0,1 2 0 15,5 0-9-15,6-5 1 0,7 6 5 0,3-4-15 16,7-6 4-16,8 3-6 0,5-1 6 16,7-1-17-16,6 2 8 0,2-4 13 0,8 2-17 15,5-3 20-15,9-2-5 0,5-3-16 0,0-3-5 16,11 9 7-16,9-7 4 0,5 2-17 15,4-1 1-15,5-1 7 0,5-1-9 0,-17-1 24 16,13 0-12-16,7 0 0 0,9 0 6 0,64-14-6 16,-46 10 18-16,4-3-19 0,6-1 3 0,4-2 4 15,0 2 13-15,7 1-17 0,-3-2 4 16,4-3-7-16,-1 4 12 0,2-1-6 0,0 0-2 16,-1-1 11-16,0 1-3 0,1-2-24 0,-4 4 35 15,-2 0-15-15,-2 0 7 0,-4 1-14 16,-5-1 3-16,-4 2-17 0,-4 1-4 0,-6 2-6 15,-8 1 13-15,-3 0 4 0,-9 1-48 0,-23 0 24 16,7 0 0-16,1 0-10 0,21 10 4 16,-37-7 32-16,-5 2-30 0,-5-2 5 0,-7 9 4 15,-7-3 4-15,-9-4 3 0,-3 5 3 0,-3-1 42 16,-3 3-2-16,-14 1-1 0,-5 0 11 16,-7 4-7-16,-2-1 19 0,-4 3 2 0,-4-1-15 15,-3-1 12-15,-9 3 4 0,1 0 5 0,-4 2-9 16,-7-1-8-16,-2 2-5 0,2 1 6 15,-6 0 5-15,-1-1-12 0,3 1-3 0,3 1 5 16,6-3-6-16,3 0 13 0,5-4-6 16,4 2-6-16,3-2 2 0,9-3 3 0,6 2-10 15,2-5 11-15,9-2-17 0,4 0 16 0,5-1-17 16,6 0 4-16,3-2-3 0,6 0-13 16,5-1 5-16,8-3-4 0,6 1-2 0,1-4 2 15,0 0-1-15,17 3-12 0,3-4-1 16,-7 1 9-16,32-11 11 0,-12 5-26 0,7 0 16 15,7-2-18-15,4 0 26 0,7-3-3 0,4 1 8 16,8-3-26-16,-2 2 37 0,4-2-13 0,4-1-8 16,-4 2 16-16,2-1-15 0,8 0-8 15,-2-2 19-15,0 2-8 0,4 1-1 0,0-2-4 16,-3-1 3-16,2 5 10 0,-8-1-6 16,-3-1 1-16,-4 2-7 0,-4 1-8 15,-7 3-16-15,-3 0 13 0,-9 2-10 0,-4 1 10 16,-7-3-6-16,-2 4 12 0,-7 2 2 15,-1 0 16-15,-24 0-10 0,8 0-8 0,-8 0 12 16,5 9 11-16,-12-7 19 0,-11 7-3 0,-5 1-10 16,-3-1-3-16,-4 0 2 0,-6 2 5 0,-3 3-3 15,-9-1 3-15,1 2-20 0,-7 3 12 0,-7 1-3 16,-2 2 8-16,-2 0 4 0,0 1-9 16,-2 0 5-16,-3 2 19 0,0-1-15 15,-1 0 8-15,1-2-5 0,4 1-4 0,2-4 2 16,4 2 0-16,1-2-4 0,6-2 0 15,8 2-3-15,4-6-4 0,5-1-1 0,4 1-3 16,6-4 5-16,3 1-10 0,8 1 3 0,5-4-10 16,6 1 18-16,4-5-9 0,0-2-7 0,15 4-4 15,8-3 9-15,-9-1-1 0,8 0 2 0,11 0-4 16,4 0 3-16,49-12-3 0,-39 5-9 16,7 3 12-16,6-5-5 0,4 1-2 0,6-3-5 15,2 0 16-15,2 1-4 0,2-2-11 16,1 1-15-16,-1 2 24 0,-1-2-22 0,-2 1 12 15,0 0 5-15,-1 0-11 0,-5 1 5 16,-4 2 8-16,-3 3-20 0,-6-1 7 0,-7 2-9 16,-10 0-1-16,-2 0-14 0,-21 3 21 0,6 0-5 15,21 14 16-15,-31-11-8 0,-2 3 13 16,-7 2 11-16,-11 1-3 0,-3 3-3 0,-6 1 10 16,0 3-2-16,-8-3-2 0,-2 2 0 15,-8 1-1-15,-8 3 4 0,-1 1 2 0,-5 2 3 16,-4-1 8-16,0 0-7 0,-4 4-6 15,0-3 3-15,2 1-2 0,-4 0-1 0,7-3-1 16,-3-1 6-16,4 0-5 0,4-1 1 0,4-4 0 16,7-4-5-16,5 2 9 0,2-2-12 15,4 0-5-15,0-5 3 0,8 1 4 0,3 2-11 16,8-5-6-16,5-1 2 0,3-2-10 16,8-2 10-16,12-5 3 0,2-2 4 0,10 1-2 15,0-3-2-15,5-1-1 0,5-2-7 16,6-1 7-16,2 0-3 0,5-1 9 0,2 0-2 15,4-4-6-15,2 1 7 0,1-1 2 16,-1 2-3-16,1 1 0 0,-6 3 1 0,2-2-8 16,-2-1 7-16,-4 4 8 0,-4 1-7 0,-3 4-3 15,-9-2-13-15,-1 2-12 0,-7 2 16 0,2 4-11 16,-13 1 12-16,-19 1 9 0,9 0-3 16,-9 0 14-16,9 9 7 0,-21 1 2 0,-3 4 1 15,-7 0 4-15,-7-1 0 0,-3 4 9 16,-5-2-9-16,-3 4-1 0,-3 2 0 0,-6 0 4 15,-2 2-2-15,-3 2-3 0,1-2 5 0,-5 1 5 16,4 1-4-16,0-2 1 0,2-2 11 0,3 0-6 16,4-4-12-16,5 1 1 0,4-4-3 15,4 0-9-15,3-3-3 0,4-3 0 16,8-2 7-16,8-2-3 0,7-4-6 16,2 0-9-16,5-4 2 0,8-3-5 0,6-6 14 15,6 2-14-15,1 1 3 0,3-5 8 0,6 1 0 16,1-2-15-16,1 0 4 0,8 0-3 15,0-2-3-15,1 2 8 0,-1-1-5 0,-4 2-1 16,3-1 3-16,1 2 4 0,-6 0-4 0,-1 0-1 16,-6 1 3-16,-4 5-9 0,-1 1 0 15,-4 2 1-15,-5 2-3 0,-9 3 14 0,-9 0-11 0,0 0 8 16,3 9 12-16,-6-4 4 0,-6 5-4 16,-6 0 3-16,-2 2 4 0,-4-1-3 0,-2 1-1 15,-1-1 2-15,-1 1-3 0,3 0 8 0,0 0-21 16,-4 0 12-16,1-1-11 0,2-2-3 15,1 0-18-15,7-2-20 0,-2 0-34 0,5-2 8 16,5-1-87-16,-3-1-43 0,4-2-32 0,1 0-34 16,1-1 24-16,1 2-185 0,-1-2-98 0,1 0 56 15,3 0 49-15,-2 2 34 0,2-2-2 16,0 0 23-16,1-2 27 0,1 2 39 0,1 0 0 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54749" units="1/cm"/>
          <inkml:channelProperty channel="Y" name="resolution" value="2151.4772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3-16T11:49:14.3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10985 12784 564 0,'0'0'166'0,"0"0"16"0,0 0-36 0,0 0-1 0,0 0-3 0,0 0 1 0,0 0-5 0,0 0-22 0,0 0 10 0,0 13-19 0,0-13-9 0,0 0-16 0,0 0-10 0,0 0 4 0,0 0-12 0,-3 15-15 16,-1-15 4-16,1 0-17 0,0 2 2 0,-1-2 0 16,1 0 4-16,-2-2-5 0,2 4 15 15,-1-2-15-15,4 0 7 0,0 0-5 0,-8 0-4 16,8 0-10-16,-9 0-7 0,1 0 1 15,2 0 4-15,-20 12-8 0,12-6-4 0,2-1-4 16,3 0 0-16,1-5 14 0,0 4-12 0,-4 2-6 16,1-3 4-16,-1 4 11 0,2-2-1 0,3-1-6 15,0-2-7-15,2 2 11 0,1-2-22 16,-1 1 19-16,1 0-4 0,-1 0-5 0,1 1-10 16,-5 7 8-16,3-5 6 0,-1 1-8 15,-1 4-4-15,3-3 11 0,-2 0 3 0,4-1-1 16,-2-3-5-16,3 4 2 0,-1-2 10 0,-3 11-10 15,1-1-15-15,1-2 4 0,0 1 7 16,1 1-1-16,1-3-2 0,-1-1-4 0,2-3 2 16,1 1 2-16,0-2 3 0,0 12-1 0,0-20-5 15,0 9 10-15,0 1-2 0,0-1-12 0,0-3 11 16,0 0 2-16,0-6-8 0,0 8 4 0,0-8-5 16,10 14-4-16,-7-10 0 0,0-1 8 15,-1 0 4-15,2-1-8 0,1-1 4 0,-1 1 7 16,0-1-12-16,-1-1 0 0,3-1-4 15,-1-1 12-15,-5 2 6 0,19-9-7 0,-9 5-4 16,4-4-5-16,-2 0-4 0,-2-1 9 0,3-1 5 16,-3 0-6-16,-2 3 6 0,0-2-6 0,1 2 6 15,-3-2 5-15,-1 3-6 0,-1-1 2 16,1 0-3-16,1-5-7 0,0 2 8 0,-4 1-6 16,3-3 5-16,-3 1-11 0,4-3 8 0,-3 3 6 15,1-5-3-15,5 8-4 0,-8 0 7 0,2 1-13 16,1-2 9-16,-2 3 9 0,0 2-13 15,-1-2 5-15,0 0-8 0,3 0 23 0,-3 1-6 16,3 0-9-16,0-8-7 0,1 0 9 16,-1 1 2-16,-1 5 3 0,0 0-13 0,0 0 16 15,1 1-20-15,-3 0 20 0,-1 2-18 0,2-1 7 16,0 1-7-16,-1 0 0 0,-1 3 6 16,1-2 8-16,2 0-2 0,-3 1 6 0,3 0 2 15,-1 1-3-15,-2-1-4 0,0 0-6 0,0 0 2 16,0 1-6-16,0-2-1 0,0 0 15 15,1 2-9-15,1 0 16 0,-2 0-23 0,0 0 22 16,1-2-16-16,-1 1-2 0,0 0-5 0,0 2 12 16,1-3 3-16,-1 3-3 0,2 0-2 15,-2-2-8-15,1 2 0 0,-1 0-1 0,1 0 12 16,-1 0 2-16,0 0-12 0,0 0 21 0,0 3-20 16,-1-2 7-16,1 0 5 0,-1 1 10 0,1-4-6 15,0 4-3-15,0-1-7 0,0 0 1 16,-2 1 1-16,1-1 12 0,1 0-6 0,0-1 0 15,0 1-9-15,0 0 5 0,-1-2-8 0,1 2 4 16,0-1-13-16,0 1 8 0,-2-1 7 16,2 2 8-16,0-2-1 0,0 2-2 0,0 0-12 15,0-1 5-15,0 3 16 0,-1-2-1 0,1 2-4 16,0 0-3-16,-2 0-10 0,2 0 7 16,-2 1 9-16,1 1-3 0,0 0 4 0,-2 0-11 15,3-1 1-15,-3 12-9 0,1 0 2 0,-2-6 8 16,3 3-21-16,0-5 21 0,-4 7-13 0,5-16 18 15,0 11-4-15,0 3-15 0,0-3 8 0,0 2 0 16,0-4-8-16,0-1 14 0,0 1-5 16,0-2-1-16,0-1-3 0,0 1 6 0,0-1-11 15,0-6 13-15,0 9-4 0,0-1 4 16,2 3-18-16,1-7 5 0,4 9 8 0,1-8 2 16,-3 0-3-16,2-4-20 0,-1 2 10 0,0-3-22 15,-1 0-19-15,-5 0-7 0,0 0-43 0,8 0-5 16,-1 0 9-16,-7 0-103 0,7 0-60 15,6-10-87-15,-9 7-36 0,-2 0 11 0,1 2 61 16,-1-3 0-16,1 3 16 0</inkml:trace>
  <inkml:trace contextRef="#ctx0" brushRef="#br0" timeOffset="767.54">11176 12479 425 0,'3'-1'233'0,"-3"-2"-33"0,1 2-17 16,0 0-15-16,-1 0-11 0,0-2-4 0,1 1-17 0,1 1-14 0,-1 0 11 15,0-2-9-15,2 3-3 0,-2-3-3 16,2 1-10-16,2 2-5 0,-1-3 1 16,-2 0-1-16,2 2-28 0,1 1-4 0,-1-2-7 15,1 2 10-15,0-1-4 0,0 0 0 0,-1-1-18 16,-4 2-3-16,0 0-8 0,0 0 11 15,8 0-17-15,-8 0 13 0,6 0-17 0,-6 0 13 16,0 0-7-16,9 0-10 0,0 11 11 0,-8-5-11 16,1-3-7-16,-1 4 13 0,0-4-18 0,-2 5 7 15,0-2-19-15,1-6 16 0,0 12-2 0,-12 15-7 16,7-16-11-16,0 3 0 0,1-4 6 16,-4 2-1-16,4-1-2 0,3-2-3 0,-4 0 15 15,0-3-18-15,3-1 12 0,-1 2-4 0,-3 4 2 16,-1-4-4-16,3 2 3 0,-2-3 2 15,2 1-16-15,0-1-1 0,0-2-2 0,2-2 23 16,-2 2 8-16,3-1-9 0,-2 0-1 0,1-1 3 16,-1 1 3-16,-1-2-22 0,3 2 13 0,-1-1-19 15,2 1 19-15,-2-2 10 0,2-1 2 16,0 0 13-16,0 0 11 0,0 0 8 0,0 0-6 16,14 11-3-16,-10-9-17 0,1-1 8 0,-1 2-9 15,1-1-7-15,-1-1-19 0,2 0-7 16,-2 2-15-16,0-2-39 0,1-1-26 0,-1 1-37 15,1-1-48-15,-4 2 16 0,3-1-136 0,-3 0-117 16,-1-1-7-16,2 1 30 0,-2-1 23 16,0 0 27-16,0 0 19 0,0 0 14 0,0 0 0 15</inkml:trace>
  <inkml:trace contextRef="#ctx0" brushRef="#br0" timeOffset="2518.29">11235 13173 310 0,'0'0'214'0,"0"0"-31"0,0 0-15 0,0-12 13 0,0 12-26 0,0 0 1 0,0 0-8 16,0 0-13-16,0 0-2 0,0 0 1 0,0 0-10 16,0 0 7-16,0 0-12 0,0 0-19 0,0 0 11 15,0 0-15-15,0 0-4 0,-15 0-6 16,12 12-9-16,-1 7 0 0,2 1 9 0,-5 1-29 16,3 4 12-16,2-3-8 0,-2 0-15 0,3 2-8 15,-1-7-5-15,2-8-1 0,0 1-31 0,0 0-26 16,0-2-11-16,0-2-15 0,12 3-50 15,-11-8-27-15,3-1 12 0,-1-2-148 0,-1-1-113 16,1-2 6-16,-2-1 21 0,4-10-9 0,-2-1 60 16,-3 11 9-16</inkml:trace>
  <inkml:trace contextRef="#ctx0" brushRef="#br0" timeOffset="2683.2">11259 12926 491 0,'3'-3'118'0,"-1"2"-111"0,1 0-109 0,-2-2-135 16</inkml:trace>
  <inkml:trace contextRef="#ctx0" brushRef="#br0" timeOffset="4383.47">11723 12739 354 0,'0'0'228'0,"-15"-15"-13"0,15 15-21 0,0 0-14 0,0-12-27 0,-18-6 1 0,18 13 2 15,-4 1-4-15,4-1-26 0,0 2-6 0,0 0 0 16,0 0 9-16,0 3-29 0,0 0 2 0,0 0-12 16,0 0-5-16,0-7-11 0,0 7 11 15,0 0-18-15,-2-6-3 0,2 9 9 0,1 0-10 16,0 4 0-16,3-1-14 0,6 11 18 15,-3 6-7-15,-1 3 8 0,3 2-16 0,-3-1-1 16,3 3-11-16,-4 1 10 0,1 7-4 0,1 0-30 16,0 3-3-16,-2 1 14 0,-1-2-19 15,3-2-3-15,-3-1 28 0,0-2 2 0,-2-2-4 16,1-4 5-16,0 2 2 0,2-3-10 16,-3-6 0-16,1-3-5 0,-2 2 3 0,2-8 2 15,2-5-10-15,-4 0-13 0,0-2 3 0,-1 2 5 16,0-5-2-16,1 2 3 0,-1 0 1 15,2-3 7-15,-2 1-15 0,0-1 1 0,0-2-7 16,1 0 19-16,0 1-9 0,-1-2 3 16,0-2-31-16,3-3 9 0,6-9 7 0,-4-7-7 15,1 0 13-15,2-3-13 0,-2-3 29 0,2 1-18 16,1-2-11-16,0-3-11 0,-1-1-1 16,2 0-13-16,1-1 17 0,2 2-31 0,0 5 12 0,0-2-20 15,-3 2-10-15,0 2-3 0,-1 2-33 16,0-2-20-16,0 3-36 0,-3 3-27 0,0 2 17 15,-3 3-214-15,0 3 28 0,-3 4 26 0,0 7-27 16,0 0 15-16,0 0 5 0,-5-9 24 16,5 12 2-16</inkml:trace>
  <inkml:trace contextRef="#ctx0" brushRef="#br0" timeOffset="4983.37">12220 13089 262 0,'-2'-6'264'0,"-1"2"-28"0,2 1-7 0,-3-2-17 0,1-1-18 0,0 2-22 0,0-1-9 16,-2 1 0-16,3-1-6 0,-1 4-12 0,-1-2-5 15,0 3-39-15,2-1-6 0,-3 1-16 16,0 1 9-16,1 3-28 0,-6 7 12 0,-2 3 0 16,4 4-32-16,-1-1 17 0,2 6-9 0,-1 3 4 15,2 1 6-15,-1-4-13 0,6 1-9 16,-2-2-3-16,2-2 19 0,1-12-5 0,0 5 5 15,12 15 14-15,-7-19-16 0,1-2-16 0,-1-4 13 16,2-1-5-16,0-1-8 0,0 1 4 16,-7-2-6-16,11 0-17 0,16-18 4 0,-13 9-7 15,-1-3-22-15,0-1 17 0,-2 0-15 0,-1 1 2 16,-1-1-21-16,-1 0-6 0,-1-2 2 0,0-3-9 16,-3 2 21-16,-3 3-28 0,1 1 1 15,-2 0-10-15,1 3 7 0,0-1 0 0,-1 1 6 16,0 0 10-16,0-2-1 0,0 0 6 0,0 3-6 15,0-1 8-15,0 2 3 0,0 7-5 0,0-7 11 16,0 7 8-16,0-5 6 0,1 8 16 16,-1 1-10-16,4 12 17 0,-1 2 16 0,-1 5 2 15,4-1-21-15,-5 3 14 0,3-2-1 16,-4 0 3-16,1-4-8 0,1 1-8 0,5-5 7 16,-5 2-14-16,-2-6-30 0,2-2-44 0,-2-3-49 15,0-6-43-15,0 0 15 0,-2 6-214 16,2-9-52-16,0-1 26 0,-1-1 25 0,1-1 16 15,1-12 42-15,-1 9-11 0</inkml:trace>
  <inkml:trace contextRef="#ctx0" brushRef="#br0" timeOffset="5300.06">12419 13109 239 0,'2'24'384'0,"-2"-10"-67"0,0 7-25 0,0 1-21 0,12 28-2 0,-12-39-1 0,0 4-38 16,0-1 3-16,0-1-27 0,0-1 9 15,0-3-36-15,0-1-26 0,0-8-9 16,0 7-11-16,0-7-22 0,0 0 7 0,0 0-23 0,-8 10-18 16,11-12-3-16,-6-1-16 0,2-1 2 0,-2 1 8 15,3-2-26-15,-1 1 4 0,1-3 0 16,-3-9-3-16,1-2-11 0,-2 2-8 16,3-4-16-16,-1 6 13 0,2 1 7 0,0 5-15 15,0-1 3-15,0-4-2 0,17-12-39 0,-11 12 9 16,3-1 9-16,0 0-5 0,2 1-16 0,0 1 17 15,3-1-29-15,2 2 6 0,-5-2-31 16,2 4-36-16,-2 0-32 0,-2-1-24 0,4 3 15 16,-4-2-177-16,-4 3-145 0,0 2 35 0,2-1 30 15,-4 1 19-15,3 3 36 0,-4-1 39 16,2 0-12-16,1 2 48 0</inkml:trace>
  <inkml:trace contextRef="#ctx0" brushRef="#br0" timeOffset="7049.59">13057 12682 638 0,'13'0'211'0,"-13"0"-2"0,0-13-4 0,0 13-15 0,0 0-21 0,13 0-21 15,-13 0-10-15,0 0-6 0,0 0-9 16,0 0 6-16,0 0-1 0,0 0-20 0,0 0 17 16,0 0-20-16,0 0-8 0,-6 7-17 0,-5 5 14 15,0 3-11-15,-4-1 5 0,4-2-13 16,-2 7-12-16,-1-2-8 0,2 2 12 0,-3 1-3 15,2 1-16-15,-3 1-13 0,1-2 19 0,1 1-12 16,2 2-3-16,1 0-8 0,-1 2 8 16,3-1-8-16,0 4-10 0,-1 1 15 0,6 0-4 15,-3 2-1-15,5-1-19 0,0 4 32 16,2-18-26-16,0 10 0 0,0 0-25 0,11 29 30 16,-5-28 3-16,0 2-21 0,2-4 17 0,1 1-3 15,2-1-29-15,0-3 44 0,0-2-25 0,1-1 6 16,-3-1-2-16,2-4-10 0,-1-1-2 0,1 1 2 15,-4-3-1-15,1 0 22 0,0-3-35 0,-2-2-23 16,0 6-43-16,0-4-17 0,-3-7-30 16,1 4-29-16,-1-3-58 0,-1 0 20 0,0-2-101 15,-2 0-122-15,1 0-9 0,-1 0 40 16,0 0 53-16,0 0 25 0,4-10-8 0,-2 6 16 16</inkml:trace>
  <inkml:trace contextRef="#ctx0" brushRef="#br0" timeOffset="7366.63">13268 12911 681 0,'2'-4'311'0,"2"4"-22"0,-1 5-11 0,2 0-28 0,6 10 13 0,1 5-32 0,-2 4 25 16,0-3-9-16,0 5-4 0,-6 2 1 0,4-2-28 16,2 0-28-16,-2-1-10 0,1 0-35 0,0 0-5 15,2 0-7-15,-2-1-30 0,-2-4-8 16,1 1-51-16,-2-5-29 0,1 2 0 0,0-2-109 16,-1-4-23-16,-2-3-34 0,-3-1-41 0,2 2 17 15,2-3-112-15,-5 0-45 0,0-7-122 16,0 0 21-16,0 8 58 0,0-3 4 0,0-5 36 15,0 8 53-15,-9 5-32 0</inkml:trace>
  <inkml:trace contextRef="#ctx0" brushRef="#br0" timeOffset="7633.34">13261 13334 792 0,'-1'-4'280'0,"0"-3"-40"0,1 2 6 15,1-4-12-15,3-7-29 0,2-4 19 16,2-1-18-16,2-1-13 0,4 0-27 0,2 3-8 16,-1-2-5-16,-2-2-41 0,4-3-1 15,0 3-24-15,1 0-12 0,2 1-44 0,0-4-34 16,-1 5-39-16,-1 2-43 0,0 2-53 0,-2-1 14 15,4 0-244-15,-5 3-43 0,-2-1 13 0,-1 2 22 16,-3 4 26-16,0-3 30 0,-2 6 29 0</inkml:trace>
  <inkml:trace contextRef="#ctx0" brushRef="#br0" timeOffset="7966.36">13638 13380 507 0,'0'14'229'0,"0"-3"-30"0,2-2-45 0,0-1-39 0,1-3-45 0,1 0-25 0,0-4-12 0,-1-1-2 0,4 0-157 16,-4-3-108-16,1-1-91 0,8-11 16 15</inkml:trace>
  <inkml:trace contextRef="#ctx0" brushRef="#br0" timeOffset="8166.55">13724 13048 391 0,'-3'-1'431'0,"0"1"-52"0,0-1-53 16,2 0-60-16,-3 1-25 0,3-2-26 0,-1 2-39 15,0-1-32-15,2 1-63 0,-3-2-31 16,3-1-41-16,0 0-42 0,0-1-54 0,2 2 11 16,-1-3-317-16,1 3 16 0,2-2 22 0,-1 2 22 15,-2-1 17-15,2 3 7 0</inkml:trace>
  <inkml:trace contextRef="#ctx0" brushRef="#br0" timeOffset="9933.18">13696 13252 422 0,'0'0'221'0,"0"0"-26"0,0 0-13 0,0 0-25 0,0 0 4 0,0 0-10 15,0 0-11-15,0 0 7 0,0 0-26 0,0 0 5 16,0 0-11-16,0 0-12 0,0 0 0 0,0 0-14 15,0 0-8-15,0 0 2 0,0 0-4 16,0 0-18-16,0 0 6 0,0 0-8 0,0 0-12 16,10 4-13-16,-11-1 4 0,-2 2-11 0,1 1 3 15,0-1-4-15,0 0 20 0,-1 2-5 16,1-2-12-16,-3 12 6 0,2-6-12 0,1-4 11 16,-1 0-6-16,2 0-4 0,1-1-5 0,-2-2-10 15,1 0-3-15,1 0 10 0,0 1-10 0,0-1 11 16,0-1 4-16,0-3 2 0,0 0-22 15,0 0 4-15,0 8-5 0,0-8 15 0,0 7-22 16,0-7 23-16,0 8-7 0,0-8 11 16,0 6-8-16,0-6-4 0,0 7-12 0,0-7-2 15,0 7 16-15,0-7 0 0,0 7-14 0,0-7 9 16,0 9-10-16,0-3 8 0,0-6 1 0,0 6 2 16,0-6-1-16,0 8-14 0,0-8 16 15,0 7 4-15,0-7-10 0,0 7-8 0,0-7-3 16,0 7 16-16,0-7-10 0,0 0 11 15,7 6 5-15,-7-6 1 0,15 9-26 0,-13-8-18 16,2-1 10-16,0 0-23 0,0-1-3 0,0 1-31 16,0-1-18-16,2-2-34 0,-1 1 12 0,-2 1-120 15,2-2-108-15,-3 0-51 0,2 1 26 16,-1 1 25-16,1-1 31 0,-4-2 21 0,5 2 7 16</inkml:trace>
  <inkml:trace contextRef="#ctx0" brushRef="#br0" timeOffset="10716.87">14058 12557 209 0,'0'0'255'0,"0"0"-32"0,2 0-35 0,1 1-15 0,-3 2-3 0,2 0-20 0,0-2-2 0,-1 2-13 15,1 1-5-15,0-2 4 0,0 3 2 16,1 0-8-16,5 7-8 0,0 1-11 16,-5-3-2-16,3 5-6 0,1-2-4 0,-1-1-19 15,2 3 0-15,-3 0-21 0,1 0 12 0,1 3-7 16,-1-3-13-16,0 1-11 0,-2 2 14 0,4-2-6 15,-4 6-1-15,0-2-12 0,1-3 6 16,0-1 7-16,-1 2-17 0,1-2-9 0,-1 4 11 16,1 2-2-16,-2-3-5 0,2 2 1 0,-4-1-7 15,3 4-9-15,-3 1 22 0,-1-3-18 16,0 4 1-16,1-2 2 0,-1-13-1 0,0 9-5 16,0 1-6-16,0 3 18 0,0 2-19 0,-12 24-4 15,9-26-9-15,-1-1 10 0,0 0 6 16,-1 2 1-16,0 0-13 0,-3 0 14 0,2-1 0 15,0 6 14-15,-2-2-5 0,0-1 1 0,1-1-3 16,-2 0 5-16,1-3 7 0,0-2-19 16,1 1 7-16,-1-4 6 0,3 0-23 0,-1-1 16 15,-1 0-18-15,5-8-21 0,-4-1-8 16,4-1-30-16,0 0-31 0,0-4-17 0,-1 1-27 16,1-3 12-16,0 2-113 0,1-3-84 0,-1 0-98 15,-1 0 43-15,2 0 8 0,-2 0 29 0,3 0 9 16,0 0 21-16,0 0 8 0</inkml:trace>
  <inkml:trace contextRef="#ctx0" brushRef="#br0" timeOffset="11765.96">14656 12961 465 0,'0'0'330'15,"13"0"-43"-15,-13 0-24 0,0 0-13 0,22 15-31 0,-19 2 1 0,-1 8-14 16,-1 3-31-16,-1 2 8 0,0-14-11 0,0 10-10 16,0 3-21-16,0 1-18 0,0-1-17 0,0 0-2 15,-10 27-5-15,7-32-17 0,3 0-25 16,-1-4-29-16,-2-2-41 0,1-1-49 0,-2-6-43 15,2-1-54-15,-2-2 15 0,1-1-159 16,-2-2-134-16,1-3 41 0,0 0 19 0,0 0 13 16,-1-2 30-16,5 0 10 0,0 0 40 0</inkml:trace>
  <inkml:trace contextRef="#ctx0" brushRef="#br0" timeOffset="11999.85">14564 13222 385 0,'-3'-3'399'16,"2"0"-47"-16,1 1-59 0,0-1 14 0,1 0-32 15,1 1-34-15,0-1-29 0,3 1-24 16,8-6 49-16,3 4-27 0,0-5-4 0,3 4-39 16,3-2-5-16,0 1-39 0,1-1-24 0,1 2-31 15,-1 0-7-15,3 2-128 0,-1 0-60 16,-4 1-76-16,-1-2 19 0,-1 4-260 0,-11 0 19 15,1 0 10-15,0 0 33 0,1 0 24 16,-1 0 23-16,7 10 38 0,0-1 8 0</inkml:trace>
  <inkml:trace contextRef="#ctx0" brushRef="#br0" timeOffset="12849.83">15548 12762 272 0,'2'-5'321'0,"0"0"-59"0,1 0-20 0,2-10-39 0,0 2-14 0,4-1-16 0,-3 1-8 0,2 1-13 15,1 1 10-15,1 0-2 0,1 0-16 0,0 1-8 16,0-3 1-16,0 4-38 0,3 1 3 15,-3-1-14-15,2 2-2 0,4 1-14 0,-6 3-1 16,1 1-2-16,-2 2 3 0,-1 0-15 16,0 0-4-16,15 10-17 0,-11 0 0 0,-2 2-8 15,1 3 1-15,-3 2 2 0,-3 3 1 0,1 3 5 16,-3 2-13-16,-1 2-1 0,-2 3 11 0,-1-14-24 16,0 8 6-16,0 2-12 0,-16 32 12 15,7-24-5-15,-1 1-9 0,-2 0 7 16,-3 1 1-16,-3-1-5 0,-4 0 1 0,0 1 5 15,1-2 12-15,-6 0-22 0,-1-1-4 0,0-2 9 16,0-5-2-16,-2 3-14 0,5-8 13 16,-1 0 6-16,3-6 6 0,1-2-8 0,1-4 10 15,5 0-3-15,-3-5-2 0,19-4-9 0,-9 0 4 16,0 0-12-16,-3-13 6 0,9 8 13 16,2-1-19-16,1 1 7 0,0-2-3 0,2 1-7 15,0 0-2-15,-2 6 12 0,7-11-4 0,3-1-19 16,-1 2 19-16,5 2-7 0,2 1 29 15,0 3-22-15,5 4 24 0,-11 0-3 0,5 0 9 16,6 0 5-16,22 12-4 0,-20-3 25 16,1-2-1-16,2-1 25 0,-1 3 1 0,0-2-39 15,-2 2 0-15,0-2-2 0,-4 0-8 16,4-1-2-16,-4-1-100 0,-1-1-24 0,-4-2-47 16,-2-2-37-16,7 1 18 0,-19-1-203 0,6 0-98 15,2 0 23-15,5-9 31 0,-11 5 22 16,4 3 30-16,-5-3 21 0,0 2 17 0,0 0 5 15</inkml:trace>
  <inkml:trace contextRef="#ctx0" brushRef="#br0" timeOffset="14716.93">16505 12650 541 0,'0'0'201'0,"0"0"0"0,0 0-14 0,0 0-24 0,0 0 5 0,0 0-5 15,0 0-17-15,0 0 3 0,0 0 6 16,0 0-8-16,0 0-16 0,0 0 15 0,0 0-11 16,0 0 0-16,0 0-22 0,0 0-4 15,0 0 21-15,0 0-19 0,0 0 0 0,0 0-11 16,0 0-10-16,0 0-10 0,0 0 25 0,0 0-14 15,0 0-3-15,0 0 2 0,11-11-7 16,-8 12-9-16,3-1 6 0,-2 3-18 0,1-3 12 16,2 1-20-16,-2 2 0 0,9 3 7 0,-4-5-22 15,0 2-1-15,8 1 18 0,-4-1-15 16,-2 2-2-16,-2-1 1 0,6 0-11 0,-4-1-16 16,7 4 5-16,-3-4-4 0,-3 4-13 0,4-1 16 15,0 3-1-15,-2-4 3 0,2 1 6 16,-1-1-3-16,0 1 1 0,-1-1-15 0,3 2 5 15,1-3 7-15,-1 1-4 0,-1 2-9 0,-1-4 13 16,2 5-15-16,-5-5 2 0,-3-2 4 0,2 0 4 16,-3 0-22-16,5 4 7 0,-5-4-35 15,-9-1 4-15,9 0 2 0,-3 0-91 16,2 0-39-16,-8 0-31 0,7 0-31 0,-7 0 22 16,0 0-182-16,7 0-85 0,-7 0 25 0,0 0 2 15,9 0 36-15,-12 3 30 0,1-2 17 0,-1 3 27 16,-1-1 28-16,0 1 3 0</inkml:trace>
  <inkml:trace contextRef="#ctx0" brushRef="#br0" timeOffset="15983.74">16488 12680 459 0,'0'0'202'0,"0"0"-12"0,0 0-5 0,0 0-17 0,0 0-12 0,0 0-11 0,0 0-10 15,0 0 1-15,0 0-5 0,0 0-4 16,0 0-8-16,0 0-3 0,0 0-25 0,0 0 8 15,0 0-18-15,0 0-12 0,0 0 1 0,21 20 7 16,-11-11-7-16,3 3-16 0,-2-5 13 0,0-3-7 16,4 4-22-16,-4 4 14 0,3-2-6 0,0 1-6 15,-1 0-8-15,-1 1 17 0,2-1 1 16,-3 3-7-16,-1-2 18 0,1 2-10 0,-2 1 0 16,-2-1-18-16,1 1 17 0,-2-2-8 0,-3 0 1 15,1-3-16-15,-2 5 9 0,-2-1-11 16,0-8-4-16,0 3 14 0,0 3-5 15,0 2-11-15,-15 19-7 0,9-15 11 0,-1 2-21 16,-4 1 12-16,-2-4 10 0,1 3 1 0,0 1-24 16,-1 0 12-16,-2 2 10 0,2-3-20 0,-2-1 21 15,2-2 5-15,0 2-14 0,-3-2-8 0,6 0 15 16,-2-3-29-16,-1 1 29 0,6-2-7 16,-5 0-20-16,1-2 5 0,2 2 16 0,1-6-16 15,0-1 6-15,3-1 5 0,-1 0 5 0,0-1 2 16,2 1-1-16,-1-2-2 0,3-1 5 15,-1 0-9-15,0 0 8 0,1-1-3 0,1 0 0 16,-1 2-12-16,0-1 10 0,0 0-8 0,1-1-4 16,-1-1 2-16,2 0-2 0,-2 2-11 0,2-2 8 15,0 0 1-15,0 0-1 0,0 0 12 16,0 0 0-16,0 0-2 0,2 1 0 0,-2-1-14 16,2-1 0-16,-1-1 22 0,1 2 0 15,0-1 10-15,2 1 5 0,-3-2-30 0,1 0 32 16,2-1-29-16,-2 2 4 0,3 1 10 0,0-2 2 15,2 1-19-15,-2-1 0 0,3 2 8 16,-2-1-13-16,1 0 26 0,10-2-2 0,-2 3-25 16,0-2 7-16,-4 1 19 0,10 0-31 15,-7 1 18-15,-2 0-10 0,-2-2 1 0,-10 2 4 16,17 0 12-16,0 0-24 0,-4 0 17 16,1 0-11-16,-3 0 6 0,-1 0-10 0,1 0 20 15,3 0-9-15,2 0-7 0,-4 0-12 0,-2 0 26 16,0 0-3-16,-2 0 8 0,0 0-29 15,-2 0 7-15,-6 0 12 0,9 0-14 0,-1 0 15 16,-8 0-27-16,9 0 27 0,-3 0 10 16,2 0-19-16,-3 0-14 0,-5 0 14 0,10 0-5 15,-2 0 17-15,-8 0-23 0,8 0-6 0,-1 0 2 16,1 0-45-16,-8 0 2 0,6 0-9 16,-6 0-18-16,8 0-29 0,-8 0-46 0,0 0-24 15,7 0 17-15,-7 0-126 0,6 3-108 0,-6-4-45 16,0 1 29-16,-2-2 37 0,2 0 35 0,-2 1 19 15,2 1 14-15,0 1 9 0</inkml:trace>
  <inkml:trace contextRef="#ctx0" brushRef="#br0" timeOffset="16750.34">17366 12735 367 0,'0'0'232'0,"0"0"-18"0,0 0-16 0,0 0-17 0,0-12-5 16,0 12-15-16,0 0-10 0,0 0 3 0,0 0-14 15,0 0 3-15,0 0 7 0,17-25-30 16,-13 25 3-16,-2-1-19 0,2 0 16 15,-1-1-9-15,2 2 24 0,1 0-21 0,0 0-1 16,2 2-22-16,-8-2 9 0,7 0-10 0,7 0 24 16,4 0-10-16,1 0 14 0,1 0-22 15,1 0 2-15,0 0-24 0,-1 0 4 0,3 0-1 16,0 0-22-16,-4 0 0 0,-1 0 1 0,-3 0-6 16,2 0-7-16,1 0-5 0,-7 0-64 15,0 0-24-15,-1 0-26 0,-10 0-46 0,5 0-35 16,-5 0-51-16,7 11-15 0,-8-10 20 15,0 0-153-15,-4 2-97 0,1-3 28 0,-1 3 37 16,0 0 17-16,1 0 33 0,-1-1 16 0,1-1 8 16</inkml:trace>
  <inkml:trace contextRef="#ctx0" brushRef="#br0" timeOffset="17635.66">17345 12734 439 0,'0'-2'277'0,"0"2"-8"0,-2-3-30 0,2 2-32 0,0-1-18 0,-1 0-10 0,1 1-32 0,0 0-3 15,0 1 3-15,1 0-8 0,1 1 2 0,-1-1 16 16,2 1 1-16,-1 3-19 0,2 0-8 0,0 1-29 16,3 6-10-16,4 5-12 0,-1-3-6 0,-1-2 39 15,2 2-10-15,1 0-2 0,1 1-4 16,4 0-23-16,-4 1 9 0,5-1-17 0,-1-3-7 16,-2 2 8-16,-1-3-35 0,1-3 0 0,-2 7 19 15,-1-6-20-15,-1 1 2 0,5 0-5 0,-6 1-2 16,-2-4-4-16,-3 1 9 0,-3 0-22 15,1-1-1-15,-2 2-2 0,-1-8 3 0,0 7-6 16,0 5 3-16,-10 13 1 0,5-8-1 0,-4-2-1 16,1 2-1-16,0-5-4 0,-1 3 9 15,1-1 13-15,-1 2-2 0,0-3-3 0,-4 1-26 16,3 0 7-16,1 0-7 0,-5-1 12 0,5-2-11 16,-3 3 8-16,0-2 0 0,0 1-1 0,-1 0-3 15,2-3-2-15,-2 1-5 0,0 2 3 16,2-1 0-16,-2-3 7 0,-1-2-3 15,5 5 0-15,-5-1-6 0,5-1 1 0,-2 0 12 16,-1 2-2-16,3-3-10 0,-4 0 2 0,5 4 0 16,-1-2-13-16,2-2 9 0,3-2 6 15,-1 1-3-15,0-3 0 0,-2 9 2 0,3-7-4 16,2-1 2-16,-1-1-7 0,2 1 14 0,0-2 4 16,-1 1-9-16,2-1 6 0,0 1 0 0,0-5 0 15,0 0 0-15,0 0 17 0,0 6 8 0,12 6-12 16,-7-8 6-16,0-3-6 0,3 1 7 15,9 2-9-15,0-1 13 0,3 1 6 0,1-1-2 16,4 1 12-16,-1 0-4 0,3-2 7 0,4-2-8 16,-5 0 17-16,0 1-4 0,-12-1-2 0,4 0-15 15,5 0-17-15,-2 0-36 0,-1 0-5 16,17-12-9-16,-23 12-4 0,-5 0 6 0,1-2-70 16,-10 2-11-16,5 0-19 0,2 0-9 0,-7 0-12 15,7 0-36-15,6 12 18 0,-12-11-148 16,0 0-109-16,1 1-12 0,0 2 45 0,1-1 33 15,0 1 20-15,-2-2 23 0,3 2 18 16,-2 0 11-16</inkml:trace>
  <inkml:trace contextRef="#ctx0" brushRef="#br0" timeOffset="19950">18403 12975 436 0,'0'0'233'0,"0"0"-15"0,0 0-31 0,0 0-19 0,0 0 1 0,0 0-19 0,0 0-17 16,0-13-6-16,0 13-20 0,0 0-15 0,0 0 3 15,-6-12-1-15,2 13-8 0,-1-1 6 16,0 0-8-16,0 1 3 0,0-1-18 0,-2 1 13 16,7-1-9-16,-6 0 6 0,-1 0-13 0,-16 6 1 15,8-3-4-15,2 3-24 0,-2-1 16 16,1 0-10-16,2 2 9 0,-4 1-3 0,2 0-10 16,-1 2-11-16,-1 1-2 0,3 0 5 0,-2 1-12 15,2 1 29-15,-1 2-26 0,0 4 4 16,0-2-12-16,5 2-6 0,-1-1-2 0,0 4 6 15,2 0 10-15,4 2-9 0,-2-1 3 16,3-2 5-16,3 0-10 0,-3-3-5 0,3-7 2 16,0 3-1-16,0 0-4 0,12 8-13 15,-8-12 0-15,5 4 21 0,0-6-4 0,4-2 8 16,-4-2-12-16,2-2-6 0,-2-2 19 16,-9 0-20-16,14 0 1 0,0 0-5 0,18-16 14 15,-16 9-15-15,3-2 2 0,-3-3 19 16,0 4-13-16,-1-2-3 0,-2-1 5 0,2 0 0 15,-2-4-7-15,-2 4 5 0,2-2 12 0,-3-4-28 16,2 5 10-16,-1-3-2 0,-3 2-5 0,-2-2-3 16,3 1 19-16,-4 1-8 0,1 2 8 15,-1-2-18-15,-1 3 14 0,-2-1-13 0,7-2 13 16,-5 3-1-16,-3 0-9 0,4-7 9 0,-4 5 6 16,2 4-12-16,1-11 9 0,-1 7-1 15,-1 3-6-15,-1-1 16 0,2 1-25 0,-3 3 8 16,4 1 8-16,-3-2 3 0,0 3-1 15,-1 0-4-15,0 2 3 0,0 0-1 0,0-2-11 0,0 3 23 16,0 1-12-16,0 0 14 0,0 0-18 16,-2 0-14-16,2 1 16 0,-4 0 4 15,3 1-2-15,-2 0-2 0,3 0 15 0,-1 1-5 16,0 0 0-16,-1 3-18 0,2-1 25 0,-2 0-6 16,0 12 8-16,1-6 5 0,0 2 0 0,-2 4 0 15,1-3 0-15,-1 6-7 0,2-2 6 16,1-8-18-16,0 8 11 0,0 1 27 15,0 3-5-15,0 0 0 0,0 1-16 0,0-3 12 16,0 1-21-16,0-3 3 0,0-1-7 0,6 14-14 16,-2-20-15-16,-1-2-18 0,3-3-14 15,-3 1-34-15,2-2-16 0,-3-3-55 16,2 1-46-16,1-1 18 0,-2 0-211 0,1-1-41 16,-1-1 50-16,0 2 6 0,3-1 31 0,-2 0 42 15,-1 1-22-15,3-1 21 0</inkml:trace>
  <inkml:trace contextRef="#ctx0" brushRef="#br0" timeOffset="20166.86">18682 13245 242 0,'1'3'350'0,"0"4"-84"0,-2-1-42 0,1 12-16 0,0-8-8 15,0 3-8-15,0 5-35 0,0-1 11 0,0 2-35 16,0 0-14-16,0-2-20 0,0-3-29 0,7 19-43 16,-5-25-38-16,1-2-23 0,-2-1 3 15,4-1-159-15,-3-2-129 0,-1-2-32 16,0-2 14-16,-1 2 16 0,3-4 11 0</inkml:trace>
  <inkml:trace contextRef="#ctx0" brushRef="#br0" timeOffset="20333.28">18701 13023 536 0,'-2'-1'253'16,"0"-2"-70"-16,1 1-67 0,1 0-1 16,-1 2-64-16,1 0-6 0,0 0-82 0,-1-3-75 15,1 3-155-15,0 3-45 0,0-3-8 0</inkml:trace>
  <inkml:trace contextRef="#ctx0" brushRef="#br0" timeOffset="22435.85">19275 13061 408 0,'0'0'210'0,"0"-14"-9"0,0 14-2 0,14 0-9 0,-14 0-19 0,0 0-2 0,0 0-12 0,0 0-14 0,0 0-6 16,0-13 3-16,17 0-11 0,-17 11-31 15,-3 1 12-15,3 1-20 0,-4-1 0 0,2 0-6 16,-3 0-9-16,2 1 12 0,-2 0-23 0,1 0 6 16,-2 0-13-16,-1 1-5 0,1 0 13 0,-3-1-25 15,-1 0 17-15,-1 0-6 0,-9 9-4 0,10-7 5 16,-3 3-13-16,-1 0 4 0,-1 3-9 16,3 0 0-16,-5 3-13 0,4 1 6 15,-4 2 4-15,3 3-6 0,1 1-2 0,-1 3-9 16,0 1 16-16,4 2-14 0,1 1-5 0,1 2-9 15,2-1 3-15,2-4 8 0,3 3-1 16,1-16-24-16,0 7 27 0,0 0-8 0,19 14-1 16,-9-18 19-16,-1-6-27 0,5 1-11 15,3-2 16-15,-1-3 3 0,0-1 1 0,3 3-4 16,-9-4 4-16,4 0-3 0,19-18-19 16,-16 7 8-16,0 3 8 0,-1-6 3 0,0-2-12 15,1 0-1-15,-4-1 1 0,-2-1 12 16,0-1-2-16,-3 2-7 0,1 0 11 0,-4-3-2 15,0 4-2-15,-1-2-7 0,-2 1 8 0,-2 1-10 16,3-2 7-16,-1 1 15 0,-2 3-14 16,2 4-4-16,-2 10-3 0,0-8 3 0,0 0-1 15,0 2 20-15,0 6-23 0,0-8 5 16,0 8 6-16,0-7-13 0,0 7 10 0,0 0-9 16,0 0 9-16,0-8-5 0,0 10 15 15,0 1-8-15,0 1-13 0,1 3 29 0,0 14-5 16,-1-13 5-16,0 9 9 0,0 3-14 0,0 2 16 15,7 19-10-15,-5-20 5 0,2 4 16 0,0-7-23 16,0 2 0-16,-2-2-14 0,3-4 0 0,-2 1-37 16,1-4-20-16,-2-1-23 0,2-3-22 15,-1-3-51-15,-2 0-59 0,4 0 19 0,-4-2-131 16,1-1-95-16,0 0 12 0,1-1 18 0,-1 2 31 16,-2-2 34-16,0 0 2 0,0 0 18 15</inkml:trace>
  <inkml:trace contextRef="#ctx0" brushRef="#br0" timeOffset="22699.92">19622 13247 345 0,'7'11'346'0,"-2"6"-56"0,1 4-25 0,-3 1-33 0,3 6-9 0,-5 2-13 0,1 3-9 0,-2-17-26 16,0 9 4-16,0 4-38 0,0 3-8 16,0 1-2-16,-12 30-33 0,9-34-12 0,-2 0 3 15,2 1-18-15,0-4-35 0,-1-1-15 0,-3-2-52 16,3-5-42-16,-6-2-53 0,7-1 12 16,-12-8-155-16,6 0-133 0,2-3 14 0,0-3 38 15,1-1 25-15,6 0 19 0,-8 0-11 0</inkml:trace>
  <inkml:trace contextRef="#ctx0" brushRef="#br0" timeOffset="22951.13">19719 12801 959 0,'-3'0'325'0,"2"0"-39"15,0 1-26-15,0 0-52 0,1 0-25 0,0 0-46 16,-2-1-61-16,1 2-62 0,1-2-41 16,0 2 2-16,1-2-219 0,1 0-127 0,-2 2 23 15,0-2 8-15,1 1 15 0,-1 1 6 0</inkml:trace>
  <inkml:trace contextRef="#ctx0" brushRef="#br0" timeOffset="24866.8">20569 12390 232 0,'0'0'302'0,"0"0"-39"0,13 0-29 0,-13 0-14 0,0-12-12 0,0 12-17 16,0 0-29-16,27-19-22 0,-26 17-8 15,0 0 5-15,1 1-14 0,-2 0-26 0,-2-1 11 16,1 1-15-16,-2 1-21 0,0-2-2 0,0 4-13 16,-3-2 14-16,0 0-5 0,-2 0-13 0,-8 3-8 15,4-3-18-15,-17 11 8 0,10-4-1 16,0 1 16-16,0 2 2 0,0 1-3 0,-3-1 8 15,3 3 0-15,-3-1 0 0,4 1-7 16,-1 1-21-16,0 1 10 0,0-1 19 0,1 2-9 16,-1 0 1-16,3 1-16 0,0 4 0 0,0-2 12 15,2-1-17-15,3 0-3 0,-3 4-23 16,2 1 14-16,2 1 3 0,0 3 0 0,1-2 14 16,1 0-17-16,1 2 1 0,0 5-23 0,1-3 25 15,-1 3 4-15,1 4 0 0,2 2-2 16,-4 1-2-16,7-4-2 0,0 6-2 0,-1-6-2 15,2 2-1-15,0-19-2 0,0 6 20 0,0 5 19 16,14 29-13-16,-6-28-3 0,0-2-3 16,4-2-10-16,3 0 15 0,-5-3-4 15,3-1-4-15,-1-3-4 0,4 0-5 0,-3 1-13 16,0-3-18-16,6 1 2 0,0-5-67 16,-6 0-18-16,2-2-5 0,-2 0-29 0,-6-6-31 15,2-1-25-15,-2-1 17 0,-1 1-113 16,-6-4-111-16,0 0-56 0,6 0 32 0,5-12 41 15,-6 9 33-15,4-11 16 0,0 4 12 0,-1-2-4 16</inkml:trace>
  <inkml:trace contextRef="#ctx0" brushRef="#br0" timeOffset="25266.69">20685 13168 331 0,'-2'-3'279'0,"-2"2"-50"0,2 1-13 0,-2 0-19 0,0 4 21 0,-8 6-11 0,0 9-18 0,-1-2 3 0,4 3-27 0,-4 2-12 16,4 2-18-16,-1 4 10 0,5-2-10 16,-2 2-16-16,5-6-20 0,2 2 3 0,0-11-1 15,0 3-25-15,12 18 25 0,-3-19-23 0,3-5-3 16,5-1-14-16,-1 0 24 0,3-4-35 15,-8-5-1-15,3 0-4 0,5 0-3 0,23-17-29 16,-21 6 38-16,-1 2-28 0,0-5-11 16,-3 1 13-16,0-3-28 0,-6-3 20 0,2-1 5 15,-8-1-9-15,-1-3-4 0,-4-1-6 16,0 13-6-16,-14-27 3 0,8 10-6 0,-7 6 4 16,5 4-3-16,-7 3 20 0,0 4-14 0,-4 4-4 15,2 1 2-15,-5 4-11 0,12 3-7 16,-3 0 1-16,-18 14-36 0,19-8-16 0,2 1-22 15,3-1-37-15,3 0-43 0,1 0 16 16,1 1-123-16,2 0-115 0,0-7-23 0,0 0 19 16,0 8 73-16,0-3-7 0,11 7 32 0,0-2-17 15</inkml:trace>
  <inkml:trace contextRef="#ctx0" brushRef="#br0" timeOffset="25649.72">20987 13128 736 0,'5'-5'348'0,"-2"0"-53"0,-1 5-2 15,1 0-43-15,-2 3 8 0,2 2-32 16,2 12 8-16,-1 4-3 0,0-1-39 0,-1 10 18 16,1-5-22-16,1 4 3 0,-1-4-17 15,-1 3-11-15,3-3-9 0,1-3-24 0,1 1-28 16,3-3 3-16,-5-4 5 0,2-2-17 0,-2 0-15 15,-1-8-10-15,-2 2-7 0,1-1 2 16,0-3-1-16,-2 1-10 0,1-1-3 0,0-1-12 16,0-1-6-16,-1 0 5 0,0 0 2 0,0 0-24 15,1 1 4-15,-3-3-3 0,2 2-2 0,-2-2 10 16,0 0-4-16,0 0-11 0,20-20-8 16,-10 5 3-16,-6-3 3 0,5-1-26 0,-2-2-4 15,5 0-17-15,-2-4-22 0,3 0 7 0,-2 2-68 16,5-5-32-16,-3 2-58 0,2 5-70 15,-1 1 28-15,-5 4-168 0,2 1-42 0,-6 7 2 16,-1 4 30-16,-1 0 41 0,-3 3 32 16,2 1 2-16,-2 0 72 0,0 0-15 0,0 0 1 15</inkml:trace>
  <inkml:trace contextRef="#ctx0" brushRef="#br0" timeOffset="27200.15">22103 12472 437 0,'13'0'239'0,"-13"0"-8"0,0 0-24 0,0-15-19 0,0 15-9 0,19-20-14 0,-19 16-30 0,0 4-12 16,-4 0-1-16,2 0-9 0,-4 1 3 16,0 2-4-16,-7 6-9 0,-3-2-7 0,2 2-12 15,-4 3-5-15,5 3-5 0,-2-2 11 16,-1 6-2-16,-1-2-10 0,1 2 4 0,0 1-13 15,0 0 7-15,-3 2-2 0,4-1 13 16,1 4-27-16,-3-3 2 0,0 5 11 0,6 2-21 16,-6-3 0-16,3 5-21 0,0-1 4 0,4 1 3 15,-1 1-20-15,0 0 18 0,4 0-4 16,0 4-3-16,0-2-3 0,1 1 11 0,4 0-14 16,-2 2 2-16,4 0-19 0,0-19 10 0,0 9-22 15,0 4 33-15,0 2-34 0,16 29 25 16,-9-31-18-16,2 1 19 0,0-2-3 0,1-1-1 15,0-4 12-15,2-3-17 0,2 0-1 0,-2 0-8 16,1 2 9-16,-1-7-15 0,-2 0-24 0,2-1-34 16,-3-5-10-16,-2-4-13 0,1 5-7 15,0-8-48-15,-3-1 3 0,0-1 11 0,0 1-103 16,-2-3-106-16,-3 0-82 0,0 0 62 0,0 0 13 16,0 0 14-16,0 0 16 0,7 0 10 15</inkml:trace>
  <inkml:trace contextRef="#ctx0" brushRef="#br0" timeOffset="27534.08">22268 12952 666 0,'0'-5'260'0,"3"3"-27"0,-1 2-12 0,2 2-8 0,0 3-20 0,5 12 6 0,-3 4-3 0,2 4 3 0,0 1 4 0,1 4-22 16,-2 2-20-16,1 4 17 0,1 1-1 0,-3 1-26 15,5-4-10-15,-2 1-15 0,1-3-40 16,1 4 12-16,0-5-21 0,1-2-11 0,-2-3-6 15,3-3-74-15,-5 0-5 0,2-3-58 16,-3-2-38-16,-1-2-28 0,-4-3-56 0,2-6 18 16,-4 0-136-16,0-7-106 0,0 0 23 0,0 0 25 15,-11 12 16-15,7-12 26 0,-1 0 15 0,0 0 8 16</inkml:trace>
  <inkml:trace contextRef="#ctx0" brushRef="#br0" timeOffset="27799.92">22121 13491 354 0,'-2'-5'297'16,"2"-1"-52"-16,-2 2-20 0,2-3-12 0,7-7 1 15,-1-5-19-15,2-2-17 0,1 2-1 16,5-1-33-16,1-3 8 0,3 0-24 0,-1-1-17 15,3 0-1-15,-2 0-12 0,5 0-6 16,0 2-13-16,4-1-26 0,-4 2-43 0,-4 0-25 16,4-1-51-16,-1 2-29 0,0 4 8 0,-1-2-221 15,-3 0-89-15,1 0 31 0,-1 0 20 0,0 3 27 16,1-2-1-16,-2 1 12 0</inkml:trace>
  <inkml:trace contextRef="#ctx0" brushRef="#br0" timeOffset="28300.62">22723 13287 360 0,'3'2'350'0,"-2"1"-39"16,0 2-42-16,3 14-41 0,-2 1-25 0,-1-1 1 0,-1 5-20 0,0-14-18 0,0 8-6 15,0 1-44-15,0 1-4 0,0 2-26 16,0-3 13-16,16 19-28 0,-12-24-12 0,3-2-32 16,-3-7-21-16,1-1-33 0,1-3-33 0,-2-2-58 15,2-2 11-15,-6 3-114 0,7-7-125 16,-5 3-41-16,0 1 40 0,0-3 48 0,-1-1-12 16,1-9 9-16</inkml:trace>
  <inkml:trace contextRef="#ctx0" brushRef="#br0" timeOffset="28466.89">22771 13101 695 0,'0'-3'248'0,"0"1"-22"0,0-1-41 16,-2 1-31-16,1 0-33 0,1 0-56 16,0 0-48-16,0 1-2 0,3 1-93 0,-2-1-122 15,0 0-112-15,3-1 16 0,-3 2 12 0,3 0-25 16</inkml:trace>
  <inkml:trace contextRef="#ctx0" brushRef="#br0" timeOffset="30016.71">23213 13362 377 0,'0'-15'266'0,"0"15"-20"0,0 0-13 0,0-13-21 0,0 13-4 0,0 0 3 15,0 0-16-15,0 0-10 0,0 0-1 0,-3 24-19 16,3-14-9-16,-12 22-14 0,3-11-9 0,-2 3-31 16,1-1 17-16,-1 0-23 0,0 1-8 15,-1-2 0-15,1-2-19 0,2-8-15 0,-3 6-37 16,1-3-18-16,1-1-40 0,-1-1-33 0,7-5-45 15,1-1 12-15,1-4-154 0,-2-2-111 16,1-1-32-16,3 0 16 0,0 0 24 0,0 0 23 16,-3-11 23-16,6 8 13 0</inkml:trace>
  <inkml:trace contextRef="#ctx0" brushRef="#br0" timeOffset="30566.01">23645 12919 275 0,'-1'-4'282'0,"-1"1"-60"0,2 0-20 0,0 3 9 0,0 2-13 0,3-1 5 0,0 8-10 0,3 5 20 16,3 4-8-16,1 5-17 0,-2 3 16 15,0 0-20-15,2 4 23 0,3 2-35 0,-1 0 0 16,4 2-6-16,-3-1-9 0,0-1-17 0,3-2-7 15,-1-1-30-15,-1-1-10 0,-2-2 1 0,1 1-13 16,-1-5-5-16,0 0-53 0,-1-1-2 16,2-1-3-16,-8-2-80 0,3-3-31 0,0-2-47 15,-6-4-28-15,0 1 14 0,-2-2-164 16,0-8-97-16,0 0-30 0,0 0 27 0,-9 16 33 16,5-12 37-16,-2 0 27 0,3-4 13 0,-13 7 7 15</inkml:trace>
  <inkml:trace contextRef="#ctx0" brushRef="#br0" timeOffset="30833.8">23535 13453 813 0,'-1'-5'255'0,"2"1"-14"0,4-10 6 0,4-2-15 16,1-2-1-16,7 1-24 0,-3-4-8 0,6 0-18 16,0-2-30-16,7-2-21 0,-1-2 12 15,6-1-29-15,0 0-28 0,0-2-21 0,2-1-40 16,0 4-36-16,-2 1-64 0,-2 2-30 0,0 3 10 16,-6 3-253-16,-1 1-57 0,-5 3 22 15,0 0 25-15,-1 3 30 0,-10 5-3 0,-1 1 22 16</inkml:trace>
  <inkml:trace contextRef="#ctx0" brushRef="#br0" timeOffset="32250.84">24173 13441 736 0,'0'-12'264'0,"0"12"-4"0,13 0-24 0,-13 0 2 0,0 0-32 0,0 0-26 0,0 0 5 0,0 0-9 16,0 0-14-16,11 15-10 0,-19 7-14 16,2 1 1-16,1 3-14 0,3 4 26 0,-1 0-17 15,1 2-13-15,-2-2-13 0,4-12-24 0,0 6-10 16,11 27-2-16,-2-23-8 0,3-6-6 16,-1-1-59-16,3-2-33 0,2-5-14 0,-1-4-35 15,-2-3-29-15,0-5-53 0,-1-2-35 0,-12 0 16 16,9 0-161-16,14-14-87 0,-11 4 29 15,-6 2 61-15,4-2-9 0,-2-1 25 0,-5-2 13 16,-2 2 1-16</inkml:trace>
  <inkml:trace contextRef="#ctx0" brushRef="#br0" timeOffset="32400.15">24285 13222 232 0,'2'-1'324'0,"-2"1"-68"0,0 0-63 0,0 0-65 16,1 1-73-16,0 0-3 0,1-1-143 0,-2-1-187 15,2 1-36-15,1-1 47 0</inkml:trace>
  <inkml:trace contextRef="#ctx0" brushRef="#br0" timeOffset="33150.17">24674 12588 403 0,'0'0'240'0,"0"0"-31"0,0 0-13 0,0 0-9 0,0 0-4 0,3 1-21 15,13 12 13-15,-3 0-13 0,4 5-6 0,1 1 1 16,1-2 14-16,-1 7-16 0,2-3-18 15,1 5 11-15,-1 6-17 0,-1 0-4 0,2 3-14 16,-3 3-9-16,-2 0-6 0,0 0-9 0,-1 5-11 16,-5 1-15-16,2 0-15 0,-7 2 6 0,-1-1-8 15,-3-1-12-15,-1-20 11 0,0 12-3 16,0 3-23-16,-18 50 28 0,9-44-24 0,-2-1-2 16,-3-1-6-16,1-2 21 0,-1-2-23 15,1-5-4-15,1-1 12 0,2-4 2 0,0-1-31 16,-2-5-26-16,2 1-21 0,0-5-21 0,1-3-35 15,0-5-23-15,3-3-33 0,2-1 16 0,-3-5-112 16,4 3-85-16,-1-4-83 0,-1 0 33 0,5-1 41 16,0 0 10-16,0 0 38 0,0 0-19 15,0 0 22-15</inkml:trace>
  <inkml:trace contextRef="#ctx0" brushRef="#br0" timeOffset="39900.71">15771 14058 290 0,'0'0'216'0,"0"0"-18"0,0 0-33 0,0 0 8 0,0 0-30 16,18-5-8-16,-13 5-2 0,0 5-4 15,1-4-4-15,0 1-8 0,9 7-1 0,-4 3-22 16,2-3 11-16,-3 2-10 0,2 1-4 0,-3 1-3 15,2 3-15-15,6-1 8 0,-6 2-19 0,0 1-4 16,1-1 0-16,-1 5-4 0,0-4-1 16,3 1 7-16,0 5-14 0,-4-5 20 0,6 1-2 15,0 0-14-15,-3-2-4 0,4 2-12 0,-3 1-3 16,3-3-4-16,-2 1 6 0,2 1 3 16,-3-1-21-16,2-1 15 0,-2 1-16 0,2-1 7 15,-2-3-7-15,1-1-15 0,-1 5 7 0,1 2 11 16,0-5-2-16,-1-2-6 0,2 2 2 15,-2-2-3-15,2 3 8 0,-2-1 9 0,4-1 8 16,-4 2-21-16,1-2 1 0,0 0 4 0,2 0-5 16,-2-1-5-16,3 2 29 0,0-1-8 15,-2-3-7-15,3 2-9 0,-1 2-6 0,-1-1 13 16,2-3-12-16,0 2 9 0,1 0-14 0,1 0 10 16,0 1-8-16,0-4 2 0,-1 2-17 15,2-2 16-15,-2 4-10 0,3-5 19 0,-1 0-15 16,0-1-9-16,1-1-3 0,2 1 23 0,0-1 3 15,-1-1-13-15,-5-1 0 0,5 0 4 0,1-2 3 16,0-2 1-16,2 4 7 0,-1-2-11 0,-1-3 12 16,1 0-8-16,1 5-4 0,-2-6-3 15,3 5-2-15,0-4-9 0,-14-1 14 16,6 0-18-16,3 0 13 0,4 0 2 0,-3 0-1 16,3 0-12-16,-2 0 3 0,2 0 7 0,-1 0-12 15,2 0 5-15,-3 0 9 0,27-17-21 0,-28 13 10 16,0 2-2-16,0-1-6 0,1-3-2 0,-5 4 15 15,6-1-13-15,-1-3 12 0,-1-1-14 16,-4 0 27-16,5 0-21 0,1 0 8 16,-3 2 14-16,1-2-27 0,1 0 11 0,-2 0 2 15,-1-1 3-15,0 1-17 0,0 1 6 16,-2 0-5-16,-4 0 0 0,3 2 9 0,0-1-10 16,-3 4 2-16,-5-1 11 0,7-3-4 15,1 1-11-15,-6-2-2 0,-2 2 7 0,3-1 14 16,-2 0-4-16,-2 3-10 0,-1 0 0 15,4-5 14-15,-6 6 2 0,2-3 5 0,-2 2-6 16,1-1 2-16,-1-1-16 0,-3 2 17 0,1-1-9 16,-1 0-6-16,2 0 3 0,7-3 9 15,-3 0 1-15,2-3 5 0,-2 7 2 0,3-5-4 16,0 0-9-16,2 0 7 0,-5-4-4 0,7 1-6 16,-3 3 2-16,0-3 14 0,4 1-5 0,1-3 1 15,1 1-7-15,1-2 2 0,-2 3 13 16,4-3-3-16,-2 1-16 0,-1 2 22 0,3 0-16 15,-2-1 0-15,3 0-1 0,-2 0 17 0,2 1-23 16,-2 0 5-16,-1 1 10 0,4-1-8 16,0 2 12-16,-4 1-17 0,2 1 13 0,-2-1-15 15,2 4 8-15,-1 1 19 0,-1-2-8 0,-2-1-16 16,-3 3 15-16,2-1-1 0,0 0-4 0,-4 1-5 16,4-4 12-16,-4 4 1 0,4 0-6 0,-1-1-9 15,0 0 10-15,-2 2-17 0,-4-3 3 16,2 3 2-16,2-3-1 0,-1 2 14 0,-3 0 0 15,4-2 3-15,2 1-7 0,-1 0-7 0,-3-1-7 16,-3 3 5-16,0-2 9 0,-3 3-10 16,-1-1 6-16,3 1 12 0,-1-1 0 0,7-3-14 15,-3 2 7-15,-5 2-5 0,-3-3-8 0,1 3 7 16,-1 0 7-16,0-1 4 0,-1-2-18 16,-1 3 3-16,-2 0 3 0,0 0 11 0,0 0-1 15,0 0-8-15,0 0 1 0,9 0 15 0,-9 0-2 16,0 0-9-16,5 0 19 0,-5 0-6 15,0 0-5-15,8 0 19 0,-8 0-27 0,0 0 9 16,13 14 4-16,-12-10-1 0,1 0-3 0,-2 0 1 16,2 2-3-16,-1-2-5 0,0 2 1 15,-1 0 11-15,3 11-18 0,-2-4 6 0,-1-4 16 16,3 2-20-16,-3-2 14 0,5 7 0 0,-4-4-2 16,-1 1-13-16,1-4 19 0,1 0 0 15,-2 0-2-15,0 1 11 0,2 5-11 0,3 0-2 16,-2-1-11-16,1-1 12 0,-2 0-3 0,2-4-15 15,-3 0 10-15,2-2 4 0,-2-1-23 0,-1-1 18 16,0 1 7-16,3-3-4 0,-2 2-9 0,2-1 5 16,-3 0-1-16,2 1-1 0,2-1-1 15,-3-1 2-15,3-1-6 0,-3 1 8 0,2 0-12 16,0 0 21-16,0-2-6 0,0 1-6 16,0-1-9-16,0 0 18 0,1-1-1 0,2 2-20 15,-2-2 20-15,-4 0-3 0,0 0 3 0,11 0-10 16,12-11 5-16,-16 6-7 0,6-4 8 15,0 1-2-15,-3 0 1 0,3-4-8 0,-2 1 23 16,2 1-25-16,3-2-2 0,-4 2 1 0,1-1 10 16,-3 0-6-16,3 0-3 0,0-1 8 0,-1 1-4 15,-1 2 3-15,0-5-22 0,-2 3 21 0,2 1-9 16,-5 2 2-16,-1 1 16 0,0 0-18 16,0 3 14-16,0-2-16 0,0 1 9 0,-2 2 3 15,1-1-13-15,-1-1 6 0,0 1-2 16,1-1-9-16,1 0 14 0,5-4-4 0,-3 0 2 15,-2 2 0-15,0 1 7 0,0 1 9 0,2-1-17 16,-4 1 9-16,1 1-19 0,1 0 12 0,-1 0 3 16,6-7-19-16,-3 6 10 0,-3 0 9 15,0 4 6-15,-1-2-7 0,0 1-3 16,-2-1 10-16,2 0-3 0,-2 1 0 0,0 1-2 16,2 1 1-16,-2-3 0 0,2 3 2 0,-2-1 3 15,2 0 3-15,-3 1 3 0,0 0 4 16,1-1-6-16,0-2 26 0,0 3-14 0,-1 0 11 15,0-1-4-15,0 2 25 0,2-1 9 0,-2-1-16 16,0 0 31-16,0 1-15 0,1-2-6 16,-1 1-6-16,0 0 13 0,1 1-6 0,1 0-5 15,-2 0-18-15,0 0 15 0,0 0 3 16,0-1-11-16,1 1 5 0,-1 0-7 0,0 0-6 16,1 0 5-16,-1-1-24 0,0 2-2 0,1-1 8 15,-1 0-7-15,2 0 13 0,0 1-4 16,0-1 1-16,0 0-11 0,-1 1-2 0,4 0-4 15,-2-1 14-15,-1 3-11 0,1-3 0 16,1 1-4-16,1 2 10 0,-1-1-12 0,0-1-8 16,2 2 11-16,-1-2 4 0,0 0 1 0,0 2-9 15,-1 0-6-15,2-1 2 0,0 1 7 16,0-1-13-16,1-1 9 0,7 5-2 0,-3 2-10 16,-1-2 16-16,0-1 2 0,-2 0 2 0,5 2-11 15,-3 0-2-15,-2-1 6 0,-3-2-12 16,2 0 17-16,-1-2-6 0,0 4 9 0,-2-2-14 15,1-1-1-15,5 6-3 0,7-2 20 0,-9 1-8 16,-2-3 2-16,2 0-3 0,3 4-12 16,0-2 13-16,-2 0 0 0,-2-1-8 0,0 0 5 15,-1-1 0-15,7 2-4 0,-6 0 6 0,0 0-3 16,-1-1 1-16,1-1 5 0,-1-2-9 0,5 8 7 16,-3-4 0-16,-3 0 7 0,3-3-11 15,1 5-1-15,-1 3-8 0,2-7 8 16,-4 1-11-16,1-1 19 0,2 6-3 0,-3-4-5 15,4-3-6-15,-5 3 8 0,6 0-8 16,-1 2 11-16,0 1-18 0,0 0 11 0,2 0-3 16,2-1 8-16,-4-2-4 0,3 2-3 0,-4-3 10 15,5 1 2-15,-3 2-15 0,3 0 2 16,2 1 6-16,-7-1-8 0,5 0 5 0,-2-2 8 16,4 1-20-16,-5-1 10 0,5 3 10 0,-2-1-3 15,2 0-12-15,-2-4 7 0,2 4 1 0,3-5-9 16,-1 3 6-16,0-5 6 0,1 5-12 15,-2-2 5-15,-1-1 3 0,2 0-10 0,1-1 6 16,2 0 11-16,-2 1-16 0,3 0 11 16,3 2 1-16,-3-1 5 0,-3-2-9 0,4 2 0 15,-1 0-8-15,0 0 11 0,2-4 1 0,-1 4-6 16,0-1 15-16,1 1-3 0,-2-1-21 16,1-2 12-16,0 1-4 0,-1 0-4 15,5-2 7-15,-5 1-5 0,3 0-2 0,-2-2 8 16,-3 0 5-16,3 3-6 0,-11-3 5 0,6 0-5 15,2 0 3-15,2 0-7 0,1 0 2 0,0 0 2 16,-1 0-1-16,2 0 0 0,-1 0 6 16,0 0-2-16,-1 0 2 0,20 14-5 0,-22-12-4 15,1 0-3-15,3 0 8 0,0-1-10 0,-1-1 23 16,3 2-11-16,0-2-9 0,-13 0 11 16,6 0-6-16,2 0 2 0,3 0-1 0,1 0-5 15,0 0 13-15,1 0-9 0,1 0 13 16,-3 0-21-16,-1 0 11 0,0 0 4 15,1 0-7-15,-1 0 11 0,2 0-11 0,22-9 9 16,-23 5-8-16,0 1 0 0,0 1 1 16,1-1-4-16,-1 1-1 0,-1-2-3 0,3 0 8 15,-5 2 4-15,4-3-8 0,-2 1-2 16,0 0 4-16,0-1 1 0,-1-1 9 0,3 1-6 0,0 1-6 16,0-1 1-16,2-1 7 0,1-2 1 15,-1 1 4-15,3 2-21 0,-2-3 10 16,2 3-8-16,-4-3 10 0,3 0 9 0,-1 2-7 15,-1-1-8-15,-2 0 0 0,-2-2 3 0,3 1 7 16,0-2-10-16,1 0 0 0,-2 0-2 0,1 1 6 16,-2 0-2-16,2-3 12 0,-3 2 1 0,2-3-22 15,5 2 10-15,-3-1 4 0,3-1 4 16,1-1-10-16,0 0-6 0,1 1-1 0,1-2-6 16,-1 1 4-16,1-5 3 0,-1 8 0 15,1-3-9-15,-2 2 4 0,0-5-1 0,1 4-9 16,-2-2 8-16,-3 0-15 0,2 2 4 0,0-2 25 15,-2 1-17-15,2 1 9 0,-3-1-10 16,-2 1 7-16,-1 1 4 0,0 0-7 0,1 0-1 16,-5 3 0-16,-5 3 10 0,3 1 0 0,-8 0-4 15,0 3-2-15,-3 0 25 16,1-2-8-16,-3 3 3 0,1 1-17 0,-3-1 14 0,1-2-1 16,-1 1 1-16,2 2-32 0,-1 0-6 15,-2-1-14-15,0 1 5 0,0-1-65 0,2 1-19 16,-3-3-21-16,0 3-25 0,0 0-43 0,0 0-34 15,0 0 24-15,0 0-134 0,-14-5-86 0,8 5 4 16,-1 0 20-16,-1 0 38 0,0 0 25 16,-3 0 31-16,-1 0 14 0,-23 15 9 0</inkml:trace>
  <inkml:trace contextRef="#ctx0" brushRef="#br0" timeOffset="41117.58">18719 15543 422 0,'0'0'282'0,"0"0"-16"0,0-14-31 0,0 14-19 0,0 0-21 0,0 0-20 0,0 0-6 0,0 0-25 16,0 0-12-16,0 14-2 0,-6 4-1 16,-2 5-8-16,-2 4 3 0,3 0 8 0,0 3-17 15,-1 4 14-15,0 4-10 0,3 1-13 0,-1 0 14 16,3-2-16-16,-3-1-7 0,5 0-11 16,1-18-7-16,0 6-44 0,11 31-38 0,-6-27-37 15,2-6-24-15,-5-1-29 0,3-5-37 16,4-4-34-16,-2-4 13 0,-1-3-140 0,-6-5-104 15,0 0 28-15,7 0-45 0,5-12 33 0,-9 7 24 16,3-9 76-16,1-4-32 0</inkml:trace>
  <inkml:trace contextRef="#ctx0" brushRef="#br0" timeOffset="41283.73">18731 15384 357 0,'0'-3'307'16,"-2"-1"-116"-16,1 2-99 0,1 0-42 16,0 2-5-16,1 0-92 0,-1 0-101 0,2 0-176 15,0 2 40-15</inkml:trace>
  <inkml:trace contextRef="#ctx0" brushRef="#br0" timeOffset="41652.89">19156 15744 241 0,'0'-3'414'0,"2"1"-102"0,-2 0-41 16,1 1-34-16,0-1 8 0,3 4-19 0,-1-1-7 15,2 2-4-15,1-2-37 0,8 4 1 16,3 0-39-16,-1 1-13 0,2-1-18 0,0-1 2 15,0-1-58-15,0 0-35 0,-5-1-47 16,-2-2-24-16,2 0-31 0,-7 1-73 0,2 1 16 0,-3-2-131 16,-3 2-135-16,1-1 29 0,-1 0 15 15,-2 2 36-15,1 0 10 0,-1 0 17 0</inkml:trace>
  <inkml:trace contextRef="#ctx0" brushRef="#br0" timeOffset="41900.64">19109 15924 296 0,'-4'0'412'15,"0"0"-88"-15,2 0-16 0,-1 0-22 0,2 1-12 16,0 0 0-16,3 0-34 0,-2-1-29 16,4 2 15-16,1-1-26 0,4-1-33 0,8 3-10 15,3-2-25-15,-2 3-30 0,5-1-12 16,1 3-77-16,-2-4-27 0,0 4-8 0,2-2-38 15,-2 0-39-15,-4-2-30 0,-2 3 11 0,-3-1-223 16,-3-2-77-16,-1-1 29 0,-3 2 27 0,-1-3 22 16,1 1 40-16,-2 1-20 0,-4-2 20 15</inkml:trace>
  <inkml:trace contextRef="#ctx0" brushRef="#br0" timeOffset="42200.06">19389 15438 589 0,'2'-2'314'0,"1"2"-29"0,-2 1-27 0,-3 3-12 16,-3 10 0-16,-2 4-19 0,-2 3-11 0,0 3-21 15,-6 7 0-15,1 3-21 0,-6 3 27 0,-3 4-22 16,1 2 0-16,-5 1-36 0,1-1-8 16,2 4-18-16,-3-4-10 0,1-1-22 0,4-3-44 15,1-2-5-15,0-2-93 0,4-2-22 0,0-7-33 16,1-1-53-16,4-3 17 0,1-3-195 16,0-3-124-16,7-4 28 0,1-4 33 0,3-1 31 15,0-7 22-15,0 0 22 0,0 0 33 0</inkml:trace>
  <inkml:trace contextRef="#ctx0" brushRef="#br0" timeOffset="42700.99">20012 15874 938 0,'-2'28'304'0,"2"-12"-34"0,0 6-11 0,-14 37-21 0,7-24-20 0,-2 4-22 0,0 0-45 0,-1-1-2 15,-3-1-3-15,-3-1-37 0,4-3-3 16,-5 2 3-16,2-2-36 0,-2-8 9 0,2-1-46 16,-3-5-8-16,0-5-39 0,-5-1-21 0,0-8-36 15,0-1-8-15,11-4-48 0,-5 0 3 16,-21-16 12-16,22-1-86 0,-1 1-9 0,0-5-48 16,1-3-82-16,-1-5 23 0,4 2 22 0,-6-3-39 15,10-4 10-15,3 0 1 0</inkml:trace>
  <inkml:trace contextRef="#ctx0" brushRef="#br0" timeOffset="42883.25">20015 15441 577 0,'9'-3'518'0,"2"2"-78"15,-9 2-89-15,2 0-40 0,-1 1-33 16,-3 1-38-16,0-1-44 0,1 1-23 0,0-3-151 15,-1 2-72-15,0-1 4 0,1 1-303 0,-2-2-83 16,0 0 34-16,0 0 29 0,1 0 68 0,-2-2-17 16,4 4 8-16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02EBC-957C-A502-D5EC-416BDFDB33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98F216-4DAE-CA26-5F51-1304987032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4E661-02D0-2C3B-8E65-889D6748D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BBA52-6E4F-4A71-910B-AC1A2AB34F52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ECA6A-6317-28A5-9F06-08E1DA9BA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16196-DE15-1E7C-96DB-8804AFFB5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9CFF5-99E9-4869-B9CC-0EFC638704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5378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72811-ED43-E585-4EC5-E83B3A044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B9207-3A09-AB11-CFF9-878E6F1D29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3E8E17-1EF0-F4DF-EA2E-705475E67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BBA52-6E4F-4A71-910B-AC1A2AB34F52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20A8EE-A185-B72A-C4DA-FD6C08710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91102-871C-3433-3427-C2A33F554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9CFF5-99E9-4869-B9CC-0EFC638704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353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F5553-90BE-894C-184D-311652C7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3E932A-8D5A-12D2-8413-AEDE5F1B45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2CB90-FEF4-9F15-4067-7658CD22C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BBA52-6E4F-4A71-910B-AC1A2AB34F52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61C66-17C9-65C7-DCC2-30DDFBBB1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5FA83-9E71-6DE4-ADBA-3ECA3F445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9CFF5-99E9-4869-B9CC-0EFC638704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6820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0F694-65B4-465A-BF55-E58FE5EB5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6448C-E332-42F8-DF9F-7BFFC7E57B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BCC5A3-E668-8799-11D8-F37BD40D6E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7AD42C-AFC9-530E-DD42-9DE3865D6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BBA52-6E4F-4A71-910B-AC1A2AB34F52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05F47D-A66E-DAF4-2C3D-A31AA9AD7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6EFC85-EC19-E717-FB18-73DFA3780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9CFF5-99E9-4869-B9CC-0EFC638704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515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0D0BC-2C98-B75A-20A1-3918C97A0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3B88E4-D471-59BE-47B9-CBAD25DDB3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957F-3D22-3538-1F06-F88A5CC76E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B35BB5-60A5-C7F9-D689-4DCC124188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EBF742-0E0A-76D7-4B01-1C517A140D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6B5A12-8DAA-2201-DAC7-8C30FC833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BBA52-6E4F-4A71-910B-AC1A2AB34F52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5AF539-E9FE-21AC-F8D4-2EF3E7543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65F139-1180-E970-7CBD-2CD5A374E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9CFF5-99E9-4869-B9CC-0EFC638704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9685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EF112-FD38-3F73-0A29-6CD4247ED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D4B47C-0419-BF42-7691-3803EA55C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BBA52-6E4F-4A71-910B-AC1A2AB34F52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B4AAAE-2C85-4844-B03E-A3FC29DED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26C34D-A55D-1986-7C41-9797A70EB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9CFF5-99E9-4869-B9CC-0EFC638704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7295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9A1087-4236-C0B1-8EE2-9361DBB88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BBA52-6E4F-4A71-910B-AC1A2AB34F52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899CD3-A34F-D9B7-70F6-30A2CC279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B3E4F6-C6EA-AAD1-B7C8-1A059B6B7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9CFF5-99E9-4869-B9CC-0EFC638704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0747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E4AE6-8CFC-45A5-13D9-4AC74BEA1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BE8C3-4ACD-36ED-09FF-40C9E1342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9FA8E0-6D11-02D2-E166-5B83FBB802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725A1A-604D-F100-A994-97C4D8F15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BBA52-6E4F-4A71-910B-AC1A2AB34F52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BA0839-51AE-19EF-CDC5-710015453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9B7402-EF4D-53B4-1865-2504678A4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9CFF5-99E9-4869-B9CC-0EFC638704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4031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79AC5-E994-BB9C-0DBF-7E08CC140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006BB3-19B0-1ECB-5AB7-4CBEE183A4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BB67F0-8EB9-098D-9453-F0886C9708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1E25C1-18AB-9605-2C6D-AD44E1F1E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BBA52-6E4F-4A71-910B-AC1A2AB34F52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638EF8-B88B-92AF-19C3-16E5E6C56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21038E-286A-0AEE-7CC6-DB5C1BBBD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9CFF5-99E9-4869-B9CC-0EFC638704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918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A218E-895D-9DB6-2CF4-8A5D9BAD7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4B858A-F07A-EEC3-1D8C-236B837AED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60DC40-1757-87FC-B5DA-4FE03AE3A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BBA52-6E4F-4A71-910B-AC1A2AB34F52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EBAAB-B6D3-7CA5-D273-B0B5F4279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B9B55-8ECA-8677-2ADD-9B28B0578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9CFF5-99E9-4869-B9CC-0EFC638704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8944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BFD750-830F-FBF7-B274-2E5E2FF436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D3F941-DE6A-3B5A-9A3D-FF9E6A54EB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82F9B-6C42-99E8-81F8-2876A74ED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BBA52-6E4F-4A71-910B-AC1A2AB34F52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77D3B-8A31-4AA5-BF89-AE3D9F36C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B3350-4447-3AED-F34D-D3B40B989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9CFF5-99E9-4869-B9CC-0EFC638704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8031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9D67DF-C9F8-C775-9291-1CB4F84CA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AA64F-92F2-BBD0-BD82-B8620AAE46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9E00C-5720-504A-B5E0-4366B58C48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2BBA52-6E4F-4A71-910B-AC1A2AB34F52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1EB4B8-70D7-47C9-7BD9-867656778E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59BBB-BDFE-45CC-2B62-83526C56C7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59CFF5-99E9-4869-B9CC-0EFC638704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8146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customXml" Target="../ink/ink6.xml"/><Relationship Id="rId18" Type="http://schemas.openxmlformats.org/officeDocument/2006/relationships/image" Target="../media/image17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14.png"/><Relationship Id="rId17" Type="http://schemas.openxmlformats.org/officeDocument/2006/relationships/customXml" Target="../ink/ink8.xml"/><Relationship Id="rId2" Type="http://schemas.openxmlformats.org/officeDocument/2006/relationships/image" Target="../media/image4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13.png"/><Relationship Id="rId4" Type="http://schemas.openxmlformats.org/officeDocument/2006/relationships/image" Target="../media/image10.png"/><Relationship Id="rId9" Type="http://schemas.openxmlformats.org/officeDocument/2006/relationships/customXml" Target="../ink/ink4.xml"/><Relationship Id="rId1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customXml" Target="../ink/ink15.xml"/><Relationship Id="rId3" Type="http://schemas.openxmlformats.org/officeDocument/2006/relationships/customXml" Target="../ink/ink10.xml"/><Relationship Id="rId7" Type="http://schemas.openxmlformats.org/officeDocument/2006/relationships/customXml" Target="../ink/ink12.xml"/><Relationship Id="rId12" Type="http://schemas.openxmlformats.org/officeDocument/2006/relationships/image" Target="../media/image25.png"/><Relationship Id="rId2" Type="http://schemas.openxmlformats.org/officeDocument/2006/relationships/image" Target="../media/image40.png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customXml" Target="../ink/ink14.xml"/><Relationship Id="rId5" Type="http://schemas.openxmlformats.org/officeDocument/2006/relationships/customXml" Target="../ink/ink11.xml"/><Relationship Id="rId15" Type="http://schemas.openxmlformats.org/officeDocument/2006/relationships/customXml" Target="../ink/ink16.xml"/><Relationship Id="rId10" Type="http://schemas.openxmlformats.org/officeDocument/2006/relationships/image" Target="../media/image24.png"/><Relationship Id="rId4" Type="http://schemas.openxmlformats.org/officeDocument/2006/relationships/image" Target="../media/image21.png"/><Relationship Id="rId9" Type="http://schemas.openxmlformats.org/officeDocument/2006/relationships/customXml" Target="../ink/ink13.xml"/><Relationship Id="rId1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D9FF4-A01A-3900-C046-9217C0900E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Introduction to Probability and Statistics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4CM521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50ECC2-76A3-CF10-E42E-2F69493111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680" y="3602038"/>
            <a:ext cx="11501120" cy="1655762"/>
          </a:xfrm>
        </p:spPr>
        <p:txBody>
          <a:bodyPr>
            <a:noAutofit/>
          </a:bodyPr>
          <a:lstStyle/>
          <a:p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Means and variances of linear combination of random variables along with covariance</a:t>
            </a:r>
            <a:endParaRPr lang="en-GB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7249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9517E-7172-E2F6-6FB9-349FDD6B0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3A237-865E-82F5-5741-0AA8D296E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When dealing with random variables, it's common to encounter linear combinations of these variables.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 linear combination is a mathematical expression that involves the sum and/or scalar multiplication of random variables. </a:t>
            </a: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Understanding the means and variances of linear combinations is crucial in various fields, including statistics and probability theory.</a:t>
            </a:r>
            <a:endParaRPr lang="en-GB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822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1FB3B-8C94-DBFE-D595-DE536D3F4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Expectation (mean) of linear combination of random </a:t>
            </a:r>
            <a:endParaRPr lang="en-GB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D6BBCA-15A5-6D24-1ED7-B80B472D44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88161"/>
                <a:ext cx="10073640" cy="406400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7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GB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𝕋ℍ</m:t>
                    </m:r>
                  </m:oMath>
                </a14:m>
                <a:r>
                  <a:rPr lang="en-US" kern="100" dirty="0">
                    <a:effectLst/>
                    <a:ea typeface="Calibri" panose="020F0502020204030204" pitchFamily="34" charset="0"/>
                  </a:rPr>
                  <a:t>: For any random variables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kern="100" dirty="0">
                    <a:effectLst/>
                    <a:ea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7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𝑌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70000"/>
                  </a:lnSpc>
                  <a:spcBef>
                    <a:spcPts val="0"/>
                  </a:spcBef>
                  <a:buNone/>
                </a:pPr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It follows that if we have </a:t>
                </a:r>
                <a14:m>
                  <m:oMath xmlns:m="http://schemas.openxmlformats.org/officeDocument/2006/math">
                    <m:r>
                      <a:rPr lang="en-US" i="1" kern="100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 random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 then: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GB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+...+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70000"/>
                  </a:lnSpc>
                  <a:spcBef>
                    <a:spcPts val="0"/>
                  </a:spcBef>
                  <a:buNone/>
                </a:pPr>
                <a:r>
                  <a:rPr lang="en-US" kern="100" dirty="0">
                    <a:effectLst/>
                    <a:ea typeface="Calibri" panose="020F0502020204030204" pitchFamily="34" charset="0"/>
                  </a:rPr>
                  <a:t>Since we know that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𝑎𝑋</m:t>
                        </m:r>
                      </m:e>
                    </m:d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𝑎𝐸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 then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]=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]−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D6BBCA-15A5-6D24-1ED7-B80B472D44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88161"/>
                <a:ext cx="10073640" cy="4064000"/>
              </a:xfrm>
              <a:blipFill>
                <a:blip r:embed="rId2"/>
                <a:stretch>
                  <a:fillRect l="-54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4119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D8F4D-EFB8-4FBB-48B2-E3AF90282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kern="100" dirty="0">
                <a:effectLst/>
                <a:ea typeface="Times New Roman" panose="02020603050405020304" pitchFamily="18" charset="0"/>
              </a:rPr>
              <a:t>Linearity of expectation</a:t>
            </a:r>
            <a:br>
              <a:rPr lang="en-GB" sz="3600" kern="100" dirty="0">
                <a:effectLst/>
                <a:ea typeface="Calibri" panose="020F0502020204030204" pitchFamily="34" charset="0"/>
              </a:rPr>
            </a:br>
            <a:endParaRPr lang="en-GB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B83719-A4C4-A7B1-EB9C-BE5BBCD447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15440"/>
                <a:ext cx="9931400" cy="409448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GB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𝕋ℍ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: Linearity of expectation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i="1" kern="100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 random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 and constants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GB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GB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The great thing about these properties is that no independence is required.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B83719-A4C4-A7B1-EB9C-BE5BBCD447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15440"/>
                <a:ext cx="9931400" cy="4094480"/>
              </a:xfrm>
              <a:blipFill>
                <a:blip r:embed="rId2"/>
                <a:stretch>
                  <a:fillRect l="-5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1274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95DD8B-6959-C108-7992-B727AFA92F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6944" y="1479723"/>
                <a:ext cx="10759056" cy="4890597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kern="1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is the </a:t>
                </a:r>
                <a:r>
                  <a:rPr lang="en-GB" kern="1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expected value of </a:t>
                </a:r>
                <a14:m>
                  <m:oMath xmlns:m="http://schemas.openxmlformats.org/officeDocument/2006/math">
                    <m:r>
                      <a:rPr lang="en-GB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GB" i="1" kern="1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GB" kern="1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for two fair dice?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GB" kern="1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The </a:t>
                </a:r>
                <a:r>
                  <a:rPr lang="en-GB" kern="100" dirty="0" err="1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p.d.f</a:t>
                </a:r>
                <a:r>
                  <a:rPr lang="en-GB" kern="1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for one die is: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GB" kern="100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GB" kern="100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GB" kern="100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GB" kern="100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GB" kern="100" dirty="0"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6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=1×</m:t>
                          </m:r>
                          <m:f>
                            <m:fPr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6</m:t>
                              </m:r>
                            </m:den>
                          </m:f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</m:e>
                      </m:nary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2×</m:t>
                      </m:r>
                      <m:f>
                        <m:f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+3×</m:t>
                      </m:r>
                      <m:f>
                        <m:f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+4×</m:t>
                      </m:r>
                      <m:f>
                        <m:f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+5×</m:t>
                      </m:r>
                      <m:f>
                        <m:f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+6×</m:t>
                      </m:r>
                      <m:f>
                        <m:f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1+2+3+4+5+6</m:t>
                          </m:r>
                        </m:num>
                        <m:den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21</m:t>
                          </m:r>
                        </m:num>
                        <m:den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=3</m:t>
                      </m:r>
                      <m:f>
                        <m:fPr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GB" sz="4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95DD8B-6959-C108-7992-B727AFA92F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6944" y="1479723"/>
                <a:ext cx="10759056" cy="4890597"/>
              </a:xfrm>
              <a:blipFill>
                <a:blip r:embed="rId2"/>
                <a:stretch>
                  <a:fillRect l="-45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B516FC4-F085-8172-ECC1-DEC074F3E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171" y="2978006"/>
            <a:ext cx="9380602" cy="14944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A4F3A4D-AA2A-4259-F098-2BC9FFE56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kern="100" dirty="0">
                <a:effectLst/>
                <a:ea typeface="Times New Roman" panose="02020603050405020304" pitchFamily="18" charset="0"/>
              </a:rPr>
              <a:t>Example 9.1</a:t>
            </a:r>
            <a:br>
              <a:rPr lang="en-GB" sz="3600" kern="100" dirty="0">
                <a:effectLst/>
                <a:ea typeface="Calibri" panose="020F0502020204030204" pitchFamily="34" charset="0"/>
              </a:rPr>
            </a:b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3695230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EF5848-9975-05E1-53F8-CB8C3DB11A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3849" y="1690688"/>
                <a:ext cx="10895162" cy="4486275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kern="1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The same is true for the second die. Hence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d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</m:t>
                    </m:r>
                    <m:f>
                      <m:f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+3</m:t>
                    </m:r>
                    <m:f>
                      <m:f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=7</m:t>
                    </m:r>
                  </m:oMath>
                </a14:m>
                <a:endParaRPr lang="en-GB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kern="1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We did not have to assume that dice are independent. The expected sum is 7 even if</a:t>
                </a:r>
                <a:r>
                  <a:rPr lang="en-GB" kern="100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kern="1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they are glued together (providing that gluing does not make each individual die</a:t>
                </a:r>
                <a:r>
                  <a:rPr lang="en-GB" kern="100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kern="1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unfair).</a:t>
                </a:r>
                <a:endParaRPr lang="en-GB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EF5848-9975-05E1-53F8-CB8C3DB11A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3849" y="1690688"/>
                <a:ext cx="10895162" cy="4486275"/>
              </a:xfrm>
              <a:blipFill>
                <a:blip r:embed="rId2"/>
                <a:stretch>
                  <a:fillRect l="-3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E9E0A9EE-CF75-9E47-ECAE-049A67CD7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kern="100" dirty="0">
                <a:effectLst/>
                <a:ea typeface="Times New Roman" panose="02020603050405020304" pitchFamily="18" charset="0"/>
              </a:rPr>
              <a:t>Example 9.1 (continued)</a:t>
            </a:r>
            <a:br>
              <a:rPr lang="en-GB" sz="3600" kern="100" dirty="0">
                <a:effectLst/>
                <a:ea typeface="Calibri" panose="020F0502020204030204" pitchFamily="34" charset="0"/>
              </a:rPr>
            </a:b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924974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8A080-B8C0-6A0F-7F24-9DE9D20E6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427" y="103518"/>
            <a:ext cx="10515600" cy="1325563"/>
          </a:xfrm>
        </p:spPr>
        <p:txBody>
          <a:bodyPr>
            <a:normAutofit/>
          </a:bodyPr>
          <a:lstStyle/>
          <a:p>
            <a:r>
              <a:rPr lang="en-GB" sz="3600" dirty="0">
                <a:effectLst/>
                <a:ea typeface="Calibri" panose="020F0502020204030204" pitchFamily="34" charset="0"/>
              </a:rPr>
              <a:t>Covariance</a:t>
            </a:r>
            <a:endParaRPr lang="en-GB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D97032-8BE0-9646-0EAA-B2DF920C66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2320" y="1429081"/>
                <a:ext cx="10220960" cy="4597497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kern="100" dirty="0">
                    <a:effectLst/>
                    <a:ea typeface="Calibri" panose="020F0502020204030204" pitchFamily="34" charset="0"/>
                  </a:rPr>
                  <a:t>The extent to which two random variables vary together can be measured by their</a:t>
                </a:r>
                <a:r>
                  <a:rPr lang="en-GB" kern="100" dirty="0">
                    <a:ea typeface="Calibri" panose="020F0502020204030204" pitchFamily="34" charset="0"/>
                  </a:rPr>
                  <a:t> </a:t>
                </a:r>
                <a:r>
                  <a:rPr lang="en-US" kern="100" dirty="0">
                    <a:effectLst/>
                    <a:ea typeface="Calibri" panose="020F0502020204030204" pitchFamily="34" charset="0"/>
                  </a:rPr>
                  <a:t>covariance. Let us consider two random variables,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kern="100" dirty="0">
                    <a:effectLst/>
                    <a:ea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en-US" kern="100" dirty="0">
                    <a:effectLst/>
                    <a:ea typeface="Calibri" panose="020F0502020204030204" pitchFamily="34" charset="0"/>
                  </a:rPr>
                  <a:t>, having means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kern="100" dirty="0">
                    <a:effectLst/>
                    <a:ea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GB" kern="100" dirty="0">
                    <a:ea typeface="Calibri" panose="020F0502020204030204" pitchFamily="34" charset="0"/>
                  </a:rPr>
                  <a:t> </a:t>
                </a:r>
                <a:r>
                  <a:rPr lang="en-US" kern="100" dirty="0">
                    <a:effectLst/>
                    <a:ea typeface="Calibri" panose="020F0502020204030204" pitchFamily="34" charset="0"/>
                  </a:rPr>
                  <a:t>respectively.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𝔻𝔽</m:t>
                    </m:r>
                  </m:oMath>
                </a14:m>
                <a:r>
                  <a:rPr lang="en-US" kern="100" dirty="0">
                    <a:effectLst/>
                    <a:ea typeface="Calibri" panose="020F0502020204030204" pitchFamily="34" charset="0"/>
                  </a:rPr>
                  <a:t>: Covariance is defined as: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kern="100">
                          <a:effectLst/>
                          <a:ea typeface="Calibri" panose="020F0502020204030204" pitchFamily="34" charset="0"/>
                        </a:rPr>
                        <m:t>Cov</m:t>
                      </m:r>
                      <m:d>
                        <m:d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[(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)(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𝑌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)]</m:t>
                      </m:r>
                    </m:oMath>
                  </m:oMathPara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US" kern="100" dirty="0">
                  <a:effectLst/>
                  <a:ea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Alternatively, this can be defined as: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kern="100">
                          <a:effectLst/>
                          <a:ea typeface="Calibri" panose="020F0502020204030204" pitchFamily="34" charset="0"/>
                        </a:rPr>
                        <m:t>Cov</m:t>
                      </m:r>
                      <m:d>
                        <m:d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𝑋𝑌</m:t>
                          </m:r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]×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𝑌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D97032-8BE0-9646-0EAA-B2DF920C66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2320" y="1429081"/>
                <a:ext cx="10220960" cy="4597497"/>
              </a:xfrm>
              <a:blipFill>
                <a:blip r:embed="rId2"/>
                <a:stretch>
                  <a:fillRect l="-4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7297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74C0F7-6E6B-5158-2D5E-4FEC997F0F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29082"/>
                <a:ext cx="10515600" cy="4747882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u="sng" kern="100" dirty="0">
                    <a:effectLst/>
                    <a:ea typeface="Calibri" panose="020F0502020204030204" pitchFamily="34" charset="0"/>
                  </a:rPr>
                  <a:t>Proof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kern="100" dirty="0">
                    <a:effectLst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kern="100">
                        <a:effectLst/>
                        <a:ea typeface="Calibri" panose="020F0502020204030204" pitchFamily="34" charset="0"/>
                      </a:rPr>
                      <m:t>Cov</m:t>
                    </m:r>
                    <m:d>
                      <m:d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d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GB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GB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ctrlPr>
                              <a:rPr lang="en-GB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GB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br>
                  <a:rPr lang="en-US" i="1" kern="100" dirty="0">
                    <a:effectLst/>
                    <a:ea typeface="Calibri" panose="020F0502020204030204" pitchFamily="34" charset="0"/>
                  </a:rPr>
                </a:br>
                <a:r>
                  <a:rPr lang="en-US" i="1" kern="100" dirty="0">
                    <a:effectLst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𝑋𝑌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GB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𝑌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GB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sub>
                        </m:s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sub>
                        </m:sSub>
                        <m:sSub>
                          <m:sSubPr>
                            <m:ctrlPr>
                              <a:rPr lang="en-GB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sub>
                        </m:sSub>
                      </m:e>
                    </m:d>
                  </m:oMath>
                </a14:m>
                <a:br>
                  <a:rPr lang="en-US" i="1" kern="100" dirty="0">
                    <a:effectLst/>
                    <a:ea typeface="Calibri" panose="020F0502020204030204" pitchFamily="34" charset="0"/>
                  </a:rPr>
                </a:br>
                <a:r>
                  <a:rPr lang="en-US" i="1" kern="100" dirty="0">
                    <a:effectLst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𝑋𝑌</m:t>
                        </m:r>
                      </m:e>
                    </m:d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sub>
                    </m:sSub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d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𝑌</m:t>
                        </m:r>
                      </m:sub>
                    </m:sSub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d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sub>
                    </m:sSub>
                    <m:sSub>
                      <m:sSub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𝑌</m:t>
                        </m:r>
                      </m:sub>
                    </m:sSub>
                  </m:oMath>
                </a14:m>
                <a:br>
                  <a:rPr lang="en-US" i="1" kern="100" dirty="0">
                    <a:effectLst/>
                    <a:ea typeface="Calibri" panose="020F0502020204030204" pitchFamily="34" charset="0"/>
                  </a:rPr>
                </a:br>
                <a:r>
                  <a:rPr lang="en-US" i="1" kern="100" dirty="0">
                    <a:effectLst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𝑋𝑌</m:t>
                        </m:r>
                      </m:e>
                    </m:d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sub>
                    </m:sSub>
                    <m:sSub>
                      <m:sSub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𝑌</m:t>
                        </m:r>
                      </m:sub>
                    </m:sSub>
                  </m:oMath>
                </a14:m>
                <a:endParaRPr lang="en-US" kern="100" dirty="0">
                  <a:effectLst/>
                  <a:ea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i.e.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kern="100">
                        <a:effectLst/>
                        <a:ea typeface="Calibri" panose="020F0502020204030204" pitchFamily="34" charset="0"/>
                      </a:rPr>
                      <m:t>Cov</m:t>
                    </m:r>
                    <m:d>
                      <m:d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d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𝑋𝑌</m:t>
                        </m:r>
                      </m:e>
                    </m:d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]×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74C0F7-6E6B-5158-2D5E-4FEC997F0F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29082"/>
                <a:ext cx="10515600" cy="4747882"/>
              </a:xfrm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176A246E-EEA2-BC85-1A8B-A43F1C22B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427" y="103518"/>
            <a:ext cx="10515600" cy="1325563"/>
          </a:xfrm>
        </p:spPr>
        <p:txBody>
          <a:bodyPr>
            <a:normAutofit/>
          </a:bodyPr>
          <a:lstStyle/>
          <a:p>
            <a:r>
              <a:rPr lang="en-GB" sz="3600" dirty="0">
                <a:ea typeface="Calibri" panose="020F0502020204030204" pitchFamily="34" charset="0"/>
              </a:rPr>
              <a:t>Proof I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3358907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46E0D-9D23-5CA5-F83E-2CD513630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kern="100" dirty="0">
                <a:effectLst/>
                <a:ea typeface="Times New Roman" panose="02020603050405020304" pitchFamily="18" charset="0"/>
              </a:rPr>
              <a:t>Properties of covariance</a:t>
            </a:r>
            <a:endParaRPr lang="en-GB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EC1352-3A22-74E5-0AB9-5F620F1BF0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31985"/>
                <a:ext cx="10515600" cy="4744978"/>
              </a:xfrm>
            </p:spPr>
            <p:txBody>
              <a:bodyPr>
                <a:noAutofit/>
              </a:bodyPr>
              <a:lstStyle/>
              <a:p>
                <a:pPr marL="514350" lvl="0" indent="-514350">
                  <a:lnSpc>
                    <a:spcPct val="150000"/>
                  </a:lnSpc>
                  <a:spcBef>
                    <a:spcPts val="0"/>
                  </a:spcBef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kern="100" smtClean="0">
                        <a:effectLst/>
                        <a:ea typeface="Calibri" panose="020F0502020204030204" pitchFamily="34" charset="0"/>
                      </a:rPr>
                      <m:t>Cov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𝑎𝑋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𝑏𝑌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𝑎𝑏</m:t>
                    </m:r>
                    <m:r>
                      <m:rPr>
                        <m:nor/>
                      </m:rPr>
                      <a:rPr lang="en-US" kern="100">
                        <a:effectLst/>
                        <a:ea typeface="Calibri" panose="020F0502020204030204" pitchFamily="34" charset="0"/>
                      </a:rPr>
                      <m:t>Cov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514350" lvl="0" indent="-514350">
                  <a:lnSpc>
                    <a:spcPct val="150000"/>
                  </a:lnSpc>
                  <a:spcBef>
                    <a:spcPts val="0"/>
                  </a:spcBef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kern="100">
                        <a:effectLst/>
                        <a:ea typeface="Calibri" panose="020F0502020204030204" pitchFamily="34" charset="0"/>
                      </a:rPr>
                      <m:t>Cov</m:t>
                    </m:r>
                    <m:d>
                      <m:d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𝑌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kern="100">
                        <a:effectLst/>
                        <a:ea typeface="Calibri" panose="020F0502020204030204" pitchFamily="34" charset="0"/>
                      </a:rPr>
                      <m:t>Cov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514350" lvl="0" indent="-514350">
                  <a:lnSpc>
                    <a:spcPct val="150000"/>
                  </a:lnSpc>
                  <a:spcBef>
                    <a:spcPts val="0"/>
                  </a:spcBef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kern="100">
                        <a:effectLst/>
                        <a:ea typeface="Times New Roman" panose="02020603050405020304" pitchFamily="18" charset="0"/>
                      </a:rPr>
                      <m:t>Cov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)=</m:t>
                    </m:r>
                    <m:r>
                      <m:rPr>
                        <m:nor/>
                      </m:rPr>
                      <a:rPr lang="en-US" kern="100">
                        <a:effectLst/>
                        <a:ea typeface="Times New Roman" panose="02020603050405020304" pitchFamily="18" charset="0"/>
                      </a:rPr>
                      <m:t>Var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514350" lvl="0" indent="-514350">
                  <a:lnSpc>
                    <a:spcPct val="150000"/>
                  </a:lnSpc>
                  <a:spcBef>
                    <a:spcPts val="0"/>
                  </a:spcBef>
                  <a:buFont typeface="+mj-lt"/>
                  <a:buAutoNum type="romanLcPeriod"/>
                </a:pPr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 are independent, then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Cov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GB" dirty="0"/>
              </a:p>
              <a:p>
                <a:pPr marL="0" lv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kern="100" dirty="0">
                    <a:effectLst/>
                    <a:ea typeface="Calibri" panose="020F0502020204030204" pitchFamily="34" charset="0"/>
                  </a:rPr>
                  <a:t>This follows immediately from the fact shown earlier that if </a:t>
                </a:r>
                <a14:m>
                  <m:oMath xmlns:m="http://schemas.openxmlformats.org/officeDocument/2006/math">
                    <m:r>
                      <a:rPr lang="en-US" i="1" kern="100" dirty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kern="100" dirty="0">
                    <a:effectLst/>
                    <a:ea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 kern="100" dirty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en-US" kern="100" dirty="0">
                    <a:effectLst/>
                    <a:ea typeface="Calibri" panose="020F0502020204030204" pitchFamily="34" charset="0"/>
                  </a:rPr>
                  <a:t> are independent then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𝑋𝑌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]=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]×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. We should note however that the converse is not necessarily true, i.e. if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𝑋𝑌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]=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]×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 then </a:t>
                </a:r>
                <a14:m>
                  <m:oMath xmlns:m="http://schemas.openxmlformats.org/officeDocument/2006/math">
                    <m:r>
                      <a:rPr lang="en-US" i="1" kern="100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 kern="100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 are not necessarily independent.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400050" lvl="0" indent="-400050">
                  <a:lnSpc>
                    <a:spcPct val="150000"/>
                  </a:lnSpc>
                  <a:spcBef>
                    <a:spcPts val="0"/>
                  </a:spcBef>
                  <a:buFont typeface="+mj-lt"/>
                  <a:buAutoNum type="romanLcPeriod" startAt="5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kern="100">
                        <a:effectLst/>
                        <a:ea typeface="Calibri" panose="020F0502020204030204" pitchFamily="34" charset="0"/>
                      </a:rPr>
                      <m:t>Cov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𝑈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𝑉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)=</m:t>
                    </m:r>
                    <m:r>
                      <m:rPr>
                        <m:nor/>
                      </m:rPr>
                      <a:rPr lang="en-US" kern="100">
                        <a:effectLst/>
                        <a:ea typeface="Calibri" panose="020F0502020204030204" pitchFamily="34" charset="0"/>
                      </a:rPr>
                      <m:t>Cov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𝑈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)+</m:t>
                    </m:r>
                    <m:r>
                      <m:rPr>
                        <m:nor/>
                      </m:rPr>
                      <a:rPr lang="en-US" kern="100">
                        <a:effectLst/>
                        <a:ea typeface="Calibri" panose="020F0502020204030204" pitchFamily="34" charset="0"/>
                      </a:rPr>
                      <m:t>Cov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𝑉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)+</m:t>
                    </m:r>
                    <m:r>
                      <m:rPr>
                        <m:nor/>
                      </m:rPr>
                      <a:rPr lang="en-US" kern="100">
                        <a:effectLst/>
                        <a:ea typeface="Calibri" panose="020F0502020204030204" pitchFamily="34" charset="0"/>
                      </a:rPr>
                      <m:t>Cov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𝑈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)+</m:t>
                    </m:r>
                    <m:r>
                      <m:rPr>
                        <m:nor/>
                      </m:rPr>
                      <a:rPr lang="en-US" kern="100">
                        <a:effectLst/>
                        <a:ea typeface="Calibri" panose="020F0502020204030204" pitchFamily="34" charset="0"/>
                      </a:rPr>
                      <m:t>Cov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𝑉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342900" lvl="0" indent="-342900">
                  <a:lnSpc>
                    <a:spcPct val="150000"/>
                  </a:lnSpc>
                  <a:spcBef>
                    <a:spcPts val="0"/>
                  </a:spcBef>
                  <a:buFont typeface="+mj-lt"/>
                  <a:buAutoNum type="alphaUcPeriod"/>
                </a:pP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EC1352-3A22-74E5-0AB9-5F620F1BF0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31985"/>
                <a:ext cx="10515600" cy="4744978"/>
              </a:xfrm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53515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A0304-C789-DF2D-7826-59AB58913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Interpretation of covariance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0AAF7-0DA7-25D3-A782-1EBF0A817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u="sng" kern="100" dirty="0">
                <a:effectLst/>
                <a:ea typeface="Calibri" panose="020F0502020204030204" pitchFamily="34" charset="0"/>
              </a:rPr>
              <a:t>Positive covariance</a:t>
            </a:r>
            <a:r>
              <a:rPr lang="en-US" kern="100" dirty="0">
                <a:effectLst/>
                <a:ea typeface="Calibri" panose="020F0502020204030204" pitchFamily="34" charset="0"/>
              </a:rPr>
              <a:t> indicates that higher than average values of one variable tend to be paired with higher than average values of the other variable.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GB" kern="100" dirty="0">
              <a:effectLst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u="sng" kern="100" dirty="0">
                <a:effectLst/>
                <a:ea typeface="Calibri" panose="020F0502020204030204" pitchFamily="34" charset="0"/>
              </a:rPr>
              <a:t>Negative covariance</a:t>
            </a:r>
            <a:r>
              <a:rPr lang="en-US" kern="100" dirty="0">
                <a:effectLst/>
                <a:ea typeface="Calibri" panose="020F0502020204030204" pitchFamily="34" charset="0"/>
              </a:rPr>
              <a:t> indicates that higher than average values of one variable tend to be paired with lower than average values of the other variable.</a:t>
            </a:r>
            <a:endParaRPr lang="en-GB" kern="100" dirty="0">
              <a:effectLst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5474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1C767-454F-4026-245B-6D8AB7EE6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440" y="365125"/>
            <a:ext cx="10754360" cy="1325563"/>
          </a:xfrm>
        </p:spPr>
        <p:txBody>
          <a:bodyPr>
            <a:normAutofit/>
          </a:bodyPr>
          <a:lstStyle/>
          <a:p>
            <a:r>
              <a:rPr lang="en-US" sz="3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Variance of linear </a:t>
            </a:r>
            <a:r>
              <a:rPr lang="en-US" sz="3600" dirty="0"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sz="3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ombination of random </a:t>
            </a:r>
            <a:r>
              <a:rPr lang="en-US" sz="3600" dirty="0"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en-US" sz="3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ariables</a:t>
            </a:r>
            <a:endParaRPr lang="en-GB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97840E-4BF8-9734-67D4-C439943C0D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kern="100" dirty="0">
                    <a:effectLst/>
                    <a:ea typeface="Calibri" panose="020F0502020204030204" pitchFamily="34" charset="0"/>
                  </a:rPr>
                  <a:t>The variance of linear combination of random variables are given by: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342900" lvl="0" indent="-342900">
                  <a:lnSpc>
                    <a:spcPct val="150000"/>
                  </a:lnSpc>
                  <a:spcBef>
                    <a:spcPts val="0"/>
                  </a:spcBef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kern="100">
                        <a:effectLst/>
                        <a:ea typeface="Calibri" panose="020F0502020204030204" pitchFamily="34" charset="0"/>
                      </a:rPr>
                      <m:t>Var</m:t>
                    </m:r>
                    <m:d>
                      <m:d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kern="100">
                        <a:effectLst/>
                        <a:ea typeface="Calibri" panose="020F0502020204030204" pitchFamily="34" charset="0"/>
                      </a:rPr>
                      <m:t>Var</m:t>
                    </m:r>
                    <m:d>
                      <m:d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kern="100">
                        <a:effectLst/>
                        <a:ea typeface="Calibri" panose="020F0502020204030204" pitchFamily="34" charset="0"/>
                      </a:rPr>
                      <m:t>Var</m:t>
                    </m:r>
                    <m:d>
                      <m:d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+2</m:t>
                    </m:r>
                    <m:r>
                      <m:rPr>
                        <m:nor/>
                      </m:rPr>
                      <a:rPr lang="en-US" kern="100">
                        <a:effectLst/>
                        <a:ea typeface="Calibri" panose="020F0502020204030204" pitchFamily="34" charset="0"/>
                      </a:rPr>
                      <m:t>Cov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342900" lvl="0" indent="-342900">
                  <a:lnSpc>
                    <a:spcPct val="150000"/>
                  </a:lnSpc>
                  <a:spcBef>
                    <a:spcPts val="0"/>
                  </a:spcBef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kern="100">
                        <a:effectLst/>
                        <a:ea typeface="Calibri" panose="020F0502020204030204" pitchFamily="34" charset="0"/>
                      </a:rPr>
                      <m:t>Var</m:t>
                    </m:r>
                    <m:d>
                      <m:d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GB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kern="100">
                        <a:effectLst/>
                        <a:ea typeface="Calibri" panose="020F0502020204030204" pitchFamily="34" charset="0"/>
                      </a:rPr>
                      <m:t>Var</m:t>
                    </m:r>
                    <m:d>
                      <m:d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kern="100">
                        <a:effectLst/>
                        <a:ea typeface="Calibri" panose="020F0502020204030204" pitchFamily="34" charset="0"/>
                      </a:rPr>
                      <m:t>Var</m:t>
                    </m:r>
                    <m:d>
                      <m:d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−2</m:t>
                    </m:r>
                    <m:r>
                      <m:rPr>
                        <m:nor/>
                      </m:rPr>
                      <a:rPr lang="en-US" kern="100">
                        <a:effectLst/>
                        <a:ea typeface="Calibri" panose="020F0502020204030204" pitchFamily="34" charset="0"/>
                      </a:rPr>
                      <m:t>Cov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97840E-4BF8-9734-67D4-C439943C0D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51672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A334F1-34AA-D954-DFF3-21F490E9D9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70000"/>
                <a:ext cx="10515600" cy="5293359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u="sng" kern="100" dirty="0">
                    <a:effectLst/>
                    <a:ea typeface="Calibri" panose="020F0502020204030204" pitchFamily="34" charset="0"/>
                  </a:rPr>
                  <a:t>Proof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kern="100" dirty="0">
                    <a:effectLst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kern="100">
                        <a:effectLst/>
                        <a:ea typeface="Calibri" panose="020F0502020204030204" pitchFamily="34" charset="0"/>
                      </a:rPr>
                      <m:t>Var</m:t>
                    </m:r>
                    <m:d>
                      <m:d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GB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GB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ctrlPr>
                                      <a:rPr lang="en-GB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GB" i="1" kern="1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GB" i="1" kern="1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−(</m:t>
                                </m:r>
                                <m:sSub>
                                  <m:sSubPr>
                                    <m:ctrlPr>
                                      <a:rPr lang="en-GB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GB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GB" i="1" kern="100" dirty="0">
                  <a:effectLst/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kern="1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i="1" kern="10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GB" i="1" kern="100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GB" i="1" kern="100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kern="100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i="1" kern="100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i="1" kern="100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GB" i="1" kern="100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kern="100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i="1" kern="100"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kern="10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−2</m:t>
                        </m:r>
                        <m:d>
                          <m:dPr>
                            <m:ctrlPr>
                              <a:rPr lang="en-GB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GB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ctrlPr>
                              <a:rPr lang="en-GB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GB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GB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GB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GB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GB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GB" i="1" kern="100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kern="1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kern="100">
                        <a:effectLst/>
                        <a:ea typeface="Times New Roman" panose="02020603050405020304" pitchFamily="18" charset="0"/>
                      </a:rPr>
                      <m:t>Var</m:t>
                    </m:r>
                    <m:d>
                      <m:d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−2</m:t>
                    </m:r>
                    <m:r>
                      <m:rPr>
                        <m:nor/>
                      </m:rPr>
                      <a:rPr lang="en-US" kern="100">
                        <a:effectLst/>
                        <a:ea typeface="Times New Roman" panose="02020603050405020304" pitchFamily="18" charset="0"/>
                      </a:rPr>
                      <m:t>Cov</m:t>
                    </m:r>
                    <m:d>
                      <m:d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kern="100">
                        <a:effectLst/>
                        <a:ea typeface="Times New Roman" panose="02020603050405020304" pitchFamily="18" charset="0"/>
                      </a:rPr>
                      <m:t>Var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kern="100" dirty="0">
                    <a:effectLst/>
                    <a:ea typeface="Calibri" panose="020F0502020204030204" pitchFamily="34" charset="0"/>
                  </a:rPr>
                  <a:t>It follows that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kern="100" dirty="0">
                    <a:effectLst/>
                    <a:ea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kern="100" dirty="0">
                    <a:effectLst/>
                    <a:ea typeface="Calibri" panose="020F0502020204030204" pitchFamily="34" charset="0"/>
                  </a:rPr>
                  <a:t> are independent then: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kern="100">
                          <a:effectLst/>
                          <a:ea typeface="Calibri" panose="020F0502020204030204" pitchFamily="34" charset="0"/>
                        </a:rPr>
                        <m:t>Var</m:t>
                      </m:r>
                      <m:d>
                        <m:d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kern="100">
                          <a:effectLst/>
                          <a:ea typeface="Calibri" panose="020F0502020204030204" pitchFamily="34" charset="0"/>
                        </a:rPr>
                        <m:t>Var</m:t>
                      </m:r>
                      <m:d>
                        <m:d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kern="100">
                          <a:effectLst/>
                          <a:ea typeface="Calibri" panose="020F0502020204030204" pitchFamily="34" charset="0"/>
                        </a:rPr>
                        <m:t>Var</m:t>
                      </m:r>
                      <m:d>
                        <m:d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and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kern="100">
                          <a:effectLst/>
                          <a:ea typeface="Calibri" panose="020F0502020204030204" pitchFamily="34" charset="0"/>
                        </a:rPr>
                        <m:t>Var</m:t>
                      </m:r>
                      <m:d>
                        <m:d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kern="100">
                          <a:effectLst/>
                          <a:ea typeface="Calibri" panose="020F0502020204030204" pitchFamily="34" charset="0"/>
                        </a:rPr>
                        <m:t>Var</m:t>
                      </m:r>
                      <m:d>
                        <m:d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kern="100">
                          <a:effectLst/>
                          <a:ea typeface="Calibri" panose="020F0502020204030204" pitchFamily="34" charset="0"/>
                        </a:rPr>
                        <m:t>Var</m:t>
                      </m:r>
                      <m:d>
                        <m:d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GB" kern="100" dirty="0">
                    <a:ea typeface="Calibri" panose="020F0502020204030204" pitchFamily="34" charset="0"/>
                  </a:rPr>
                  <a:t>Since property iv. states that independent events have </a:t>
                </a:r>
                <a14:m>
                  <m:oMath xmlns:m="http://schemas.openxmlformats.org/officeDocument/2006/math">
                    <m:r>
                      <a:rPr lang="en-GB" i="1" kern="10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𝐶𝑜𝑣</m:t>
                    </m:r>
                    <m:d>
                      <m:dPr>
                        <m:ctrlPr>
                          <a:rPr lang="en-GB" i="1" kern="100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 kern="100" dirty="0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kern="100" dirty="0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kern="100" dirty="0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kern="100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kern="100" dirty="0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kern="100" dirty="0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kern="100" dirty="0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kern="10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GB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A334F1-34AA-D954-DFF3-21F490E9D9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70000"/>
                <a:ext cx="10515600" cy="5293359"/>
              </a:xfrm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B3DC57F9-6901-2B46-1DDA-22C947227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427" y="103518"/>
            <a:ext cx="10515600" cy="1325563"/>
          </a:xfrm>
        </p:spPr>
        <p:txBody>
          <a:bodyPr>
            <a:normAutofit/>
          </a:bodyPr>
          <a:lstStyle/>
          <a:p>
            <a:r>
              <a:rPr lang="en-GB" sz="3600" dirty="0">
                <a:ea typeface="Calibri" panose="020F0502020204030204" pitchFamily="34" charset="0"/>
                <a:cs typeface="Times New Roman" panose="02020603050405020304" pitchFamily="18" charset="0"/>
              </a:rPr>
              <a:t>Proof II</a:t>
            </a:r>
            <a:endParaRPr lang="en-GB" sz="36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515B7D1-F758-07C0-6F71-332746EB5C56}"/>
                  </a:ext>
                </a:extLst>
              </p14:cNvPr>
              <p14:cNvContentPartPr/>
              <p14:nvPr/>
            </p14:nvContentPartPr>
            <p14:xfrm>
              <a:off x="7264440" y="704880"/>
              <a:ext cx="1746720" cy="4194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515B7D1-F758-07C0-6F71-332746EB5C5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48600" y="641520"/>
                <a:ext cx="1778040" cy="54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8DB9C0C-AC61-22E2-4FE5-CE073AC8AC35}"/>
                  </a:ext>
                </a:extLst>
              </p14:cNvPr>
              <p14:cNvContentPartPr/>
              <p14:nvPr/>
            </p14:nvContentPartPr>
            <p14:xfrm>
              <a:off x="7427520" y="591840"/>
              <a:ext cx="2025720" cy="5565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8DB9C0C-AC61-22E2-4FE5-CE073AC8AC3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411680" y="528480"/>
                <a:ext cx="2057040" cy="68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92D479E-7EE1-E2B3-077D-F86474F35250}"/>
                  </a:ext>
                </a:extLst>
              </p14:cNvPr>
              <p14:cNvContentPartPr/>
              <p14:nvPr/>
            </p14:nvContentPartPr>
            <p14:xfrm>
              <a:off x="1274760" y="2223360"/>
              <a:ext cx="1278000" cy="2228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92D479E-7EE1-E2B3-077D-F86474F3525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58920" y="2160000"/>
                <a:ext cx="1309320" cy="34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E4C6AE9-4CAF-8291-D7FE-7BFB97BAD290}"/>
                  </a:ext>
                </a:extLst>
              </p14:cNvPr>
              <p14:cNvContentPartPr/>
              <p14:nvPr/>
            </p14:nvContentPartPr>
            <p14:xfrm>
              <a:off x="7479000" y="1342440"/>
              <a:ext cx="2175840" cy="4496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E4C6AE9-4CAF-8291-D7FE-7BFB97BAD29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463160" y="1279080"/>
                <a:ext cx="2207160" cy="57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3CC67D1-28FD-CB58-1E9F-43F56FE27EC8}"/>
                  </a:ext>
                </a:extLst>
              </p14:cNvPr>
              <p14:cNvContentPartPr/>
              <p14:nvPr/>
            </p14:nvContentPartPr>
            <p14:xfrm>
              <a:off x="5054040" y="2327040"/>
              <a:ext cx="1035000" cy="1652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3CC67D1-28FD-CB58-1E9F-43F56FE27EC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038200" y="2263680"/>
                <a:ext cx="106632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FFA5208-BA5D-88F3-1AA1-E88930C64C6C}"/>
                  </a:ext>
                </a:extLst>
              </p14:cNvPr>
              <p14:cNvContentPartPr/>
              <p14:nvPr/>
            </p14:nvContentPartPr>
            <p14:xfrm>
              <a:off x="2954160" y="2197440"/>
              <a:ext cx="1807560" cy="2916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FFA5208-BA5D-88F3-1AA1-E88930C64C6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938320" y="2134080"/>
                <a:ext cx="1838880" cy="41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93A819D-275B-80E9-F04A-A100B1BE0628}"/>
                  </a:ext>
                </a:extLst>
              </p14:cNvPr>
              <p14:cNvContentPartPr/>
              <p14:nvPr/>
            </p14:nvContentPartPr>
            <p14:xfrm>
              <a:off x="9324720" y="2072160"/>
              <a:ext cx="2487960" cy="5025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93A819D-275B-80E9-F04A-A100B1BE062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308880" y="2008800"/>
                <a:ext cx="2519280" cy="62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A3CE3A5-2677-A866-BE94-57578FF3F5FD}"/>
                  </a:ext>
                </a:extLst>
              </p14:cNvPr>
              <p14:cNvContentPartPr/>
              <p14:nvPr/>
            </p14:nvContentPartPr>
            <p14:xfrm>
              <a:off x="7460640" y="605880"/>
              <a:ext cx="4389120" cy="20664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A3CE3A5-2677-A866-BE94-57578FF3F5FD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451280" y="596520"/>
                <a:ext cx="4407840" cy="2085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732657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B6C8B3-2FB8-4C2E-ECDA-F0C6FC2C4A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54480"/>
                <a:ext cx="10515600" cy="4622483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kern="1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We can state more generally that: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GB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kern="100">
                          <a:effectLst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Var</m:t>
                      </m:r>
                      <m:d>
                        <m:d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m:rPr>
                          <m:nor/>
                        </m:rPr>
                        <a:rPr lang="en-US" kern="100">
                          <a:effectLst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Var</m:t>
                      </m:r>
                      <m:d>
                        <m:d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m:rPr>
                          <m:nor/>
                        </m:rPr>
                        <a:rPr lang="en-US" kern="100">
                          <a:effectLst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Var</m:t>
                      </m:r>
                      <m:d>
                        <m:d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nor/>
                        </m:rPr>
                        <a:rPr lang="en-US" kern="100">
                          <a:effectLst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Cov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GB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US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kern="1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and even more generally as follows:</a:t>
                </a:r>
                <a:endParaRPr lang="en-GB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nor/>
                              </m:rPr>
                              <a:rPr lang="en-US" kern="100">
                                <a:effectLst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Var</m:t>
                            </m:r>
                            <m:d>
                              <m:dPr>
                                <m:ctrlPr>
                                  <a:rPr lang="en-GB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nary>
                                  <m:naryPr>
                                    <m:chr m:val="∑"/>
                                    <m:limLoc m:val="undOvr"/>
                                    <m:supHide m:val="on"/>
                                    <m:ctrlPr>
                                      <a:rPr lang="en-GB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GB" i="1" kern="1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GB" i="1" kern="1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d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nary>
                              <m:naryPr>
                                <m:chr m:val="∑"/>
                                <m:limLoc m:val="undOvr"/>
                                <m:supHide m:val="on"/>
                                <m:ctrlPr>
                                  <a:rPr lang="en-GB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  <m:sup/>
                              <m:e>
                                <m:sSubSup>
                                  <m:sSubSupPr>
                                    <m:ctrlPr>
                                      <a:rPr lang="en-GB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m:rPr>
                                    <m:nor/>
                                  </m:rPr>
                                  <a:rPr lang="en-US" kern="100">
                                    <a:effectLst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Var</m:t>
                                </m:r>
                                <m:d>
                                  <m:dPr>
                                    <m:ctrlPr>
                                      <a:rPr lang="en-GB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GB" i="1" kern="1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i="1" kern="1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+2</m:t>
                                </m:r>
                                <m:groupChr>
                                  <m:groupChrPr>
                                    <m:chr m:val="⏟"/>
                                    <m:ctrlPr>
                                      <a:rPr lang="en-GB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groupChrPr>
                                  <m:e>
                                    <m:nary>
                                      <m:naryPr>
                                        <m:chr m:val="∑"/>
                                        <m:limLoc m:val="undOvr"/>
                                        <m:subHide m:val="on"/>
                                        <m:supHide m:val="on"/>
                                        <m:ctrlPr>
                                          <a:rPr lang="en-GB" i="1" kern="10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naryPr>
                                      <m:sub/>
                                      <m:sup/>
                                      <m:e>
                                        <m:nary>
                                          <m:naryPr>
                                            <m:chr m:val="∑"/>
                                            <m:limLoc m:val="undOvr"/>
                                            <m:subHide m:val="on"/>
                                            <m:supHide m:val="on"/>
                                            <m:ctrlPr>
                                              <a:rPr lang="en-GB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naryPr>
                                          <m:sub/>
                                          <m:sup/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GB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GB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kern="100">
                                                <a:effectLst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Cov</m:t>
                                            </m:r>
                                            <m:r>
                                              <a:rPr lang="en-US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(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GB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,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GB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 kern="10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)</m:t>
                                            </m:r>
                                          </m:e>
                                        </m:nary>
                                      </m:e>
                                    </m:nary>
                                  </m:e>
                                </m:groupChr>
                              </m:e>
                            </m:nary>
                          </m:e>
                        </m:mr>
                        <m:mr>
                          <m:e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                                                                        </m:t>
                            </m:r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&lt;</m:t>
                            </m:r>
                            <m:r>
                              <a:rPr lang="en-US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e>
                        </m:mr>
                      </m:m>
                    </m:oMath>
                  </m:oMathPara>
                </a14:m>
                <a:endParaRPr lang="en-GB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0"/>
                  </a:spcBef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B6C8B3-2FB8-4C2E-ECDA-F0C6FC2C4A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54480"/>
                <a:ext cx="10515600" cy="4622483"/>
              </a:xfrm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9D300054-BD31-F0CC-3412-801E99831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427" y="103518"/>
            <a:ext cx="10515600" cy="1325563"/>
          </a:xfrm>
        </p:spPr>
        <p:txBody>
          <a:bodyPr>
            <a:normAutofit/>
          </a:bodyPr>
          <a:lstStyle/>
          <a:p>
            <a:r>
              <a:rPr lang="en-GB" sz="3600" dirty="0">
                <a:ea typeface="Calibri" panose="020F0502020204030204" pitchFamily="34" charset="0"/>
                <a:cs typeface="Times New Roman" panose="02020603050405020304" pitchFamily="18" charset="0"/>
              </a:rPr>
              <a:t>Proof II (continued)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8702129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C9280D-4C1B-B1F2-A680-1B78FC6D81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67840"/>
                <a:ext cx="10515600" cy="4409123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kern="1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This last equation can also be written as:</a:t>
                </a:r>
                <a:endParaRPr lang="en-GB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GB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nor/>
                              </m:rPr>
                              <a:rPr lang="en-US">
                                <a:effectLst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Var</m:t>
                            </m:r>
                            <m:d>
                              <m:dPr>
                                <m:ctrlPr>
                                  <a:rPr lang="en-GB" i="1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nary>
                                  <m:naryPr>
                                    <m:chr m:val="∑"/>
                                    <m:limLoc m:val="undOvr"/>
                                    <m:supHide m:val="on"/>
                                    <m:ctrlPr>
                                      <a:rPr lang="en-GB" i="1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GB" i="1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GB" i="1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d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nary>
                              <m:naryPr>
                                <m:chr m:val="∑"/>
                                <m:limLoc m:val="undOvr"/>
                                <m:supHide m:val="on"/>
                                <m:ctrlPr>
                                  <a:rPr lang="en-GB" i="1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  <m:sup/>
                              <m:e>
                                <m:sSubSup>
                                  <m:sSubSupPr>
                                    <m:ctrlPr>
                                      <a:rPr lang="en-GB" i="1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m:rPr>
                                    <m:nor/>
                                  </m:rPr>
                                  <a:rPr lang="en-US">
                                    <a:effectLst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Var</m:t>
                                </m:r>
                                <m:d>
                                  <m:dPr>
                                    <m:ctrlPr>
                                      <a:rPr lang="en-GB" i="1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GB" i="1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+2</m:t>
                                </m:r>
                                <m:groupChr>
                                  <m:groupChrPr>
                                    <m:chr m:val="⏟"/>
                                    <m:ctrlPr>
                                      <a:rPr lang="en-GB" i="1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groupChrPr>
                                  <m:e>
                                    <m:nary>
                                      <m:naryPr>
                                        <m:chr m:val="∑"/>
                                        <m:limLoc m:val="undOvr"/>
                                        <m:subHide m:val="on"/>
                                        <m:supHide m:val="on"/>
                                        <m:ctrlPr>
                                          <a:rPr lang="en-GB" i="1">
                                            <a:effectLst/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naryPr>
                                      <m:sub/>
                                      <m:sup/>
                                      <m:e>
                                        <m:nary>
                                          <m:naryPr>
                                            <m:chr m:val="∑"/>
                                            <m:limLoc m:val="undOvr"/>
                                            <m:subHide m:val="on"/>
                                            <m:supHide m:val="on"/>
                                            <m:ctrlPr>
                                              <a:rPr lang="en-GB" i="1">
                                                <a:effectLst/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naryPr>
                                          <m:sub/>
                                          <m:sup/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GB" i="1">
                                                    <a:effectLst/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sSub>
                                              <m:sSubPr>
                                                <m:ctrlPr>
                                                  <a:rPr lang="en-GB" i="1">
                                                    <a:effectLst/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>
                                                <a:effectLst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Cov</m:t>
                                            </m:r>
                                            <m:r>
                                              <a:rPr lang="en-US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(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GB" i="1">
                                                    <a:effectLst/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,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GB" i="1">
                                                    <a:effectLst/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)</m:t>
                                            </m:r>
                                          </m:e>
                                        </m:nary>
                                      </m:e>
                                    </m:nary>
                                  </m:e>
                                </m:groupChr>
                              </m:e>
                            </m:nary>
                          </m:e>
                        </m:mr>
                        <m:m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                                                                        </m:t>
                            </m:r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≠</m:t>
                            </m:r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e>
                        </m:mr>
                      </m:m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C9280D-4C1B-B1F2-A680-1B78FC6D81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67840"/>
                <a:ext cx="10515600" cy="4409123"/>
              </a:xfrm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7C92FE70-5221-FE19-A3C0-3C0B3C8D7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427" y="103518"/>
            <a:ext cx="10515600" cy="1325563"/>
          </a:xfrm>
        </p:spPr>
        <p:txBody>
          <a:bodyPr>
            <a:normAutofit/>
          </a:bodyPr>
          <a:lstStyle/>
          <a:p>
            <a:r>
              <a:rPr lang="en-GB" sz="3600" dirty="0">
                <a:ea typeface="Calibri" panose="020F0502020204030204" pitchFamily="34" charset="0"/>
                <a:cs typeface="Times New Roman" panose="02020603050405020304" pitchFamily="18" charset="0"/>
              </a:rPr>
              <a:t>Proof II (continued)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13750445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70DFFD-996C-3133-0DBB-42E4CC0AC1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29081"/>
                <a:ext cx="10515600" cy="474788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kern="1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More specifically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’s are jointly independent of each other then:</a:t>
                </a:r>
                <a:endParaRPr lang="en-GB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kern="100">
                          <a:effectLst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Var</m:t>
                      </m:r>
                      <m:d>
                        <m:d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GB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GB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m:rPr>
                              <m:nor/>
                            </m:rPr>
                            <a:rPr lang="en-US" i="0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Var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kern="1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If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’s are all equal to the value,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1/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then we have</a:t>
                </a:r>
                <a:endParaRPr lang="en-GB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0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Var</m:t>
                      </m:r>
                      <m:d>
                        <m:d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i="0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Var</m:t>
                      </m:r>
                      <m:d>
                        <m:d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GB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m:rPr>
                          <m:nor/>
                        </m:rPr>
                        <a:rPr lang="en-US" i="0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Var</m:t>
                      </m:r>
                      <m:d>
                        <m:d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GB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GB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i="0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Var</m:t>
                                  </m:r>
                                  <m:r>
                                    <a:rPr lang="en-US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en-US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𝑛</m:t>
                      </m:r>
                      <m:sSup>
                        <m:sSup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GB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70DFFD-996C-3133-0DBB-42E4CC0AC1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29081"/>
                <a:ext cx="10515600" cy="4747881"/>
              </a:xfrm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9B28ED50-F54B-9566-5579-1E8E82F02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427" y="103518"/>
            <a:ext cx="10515600" cy="1325563"/>
          </a:xfrm>
        </p:spPr>
        <p:txBody>
          <a:bodyPr>
            <a:normAutofit/>
          </a:bodyPr>
          <a:lstStyle/>
          <a:p>
            <a:r>
              <a:rPr lang="en-GB" sz="3600" dirty="0">
                <a:ea typeface="Calibri" panose="020F0502020204030204" pitchFamily="34" charset="0"/>
                <a:cs typeface="Times New Roman" panose="02020603050405020304" pitchFamily="18" charset="0"/>
              </a:rPr>
              <a:t>Proof II (continued)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5233301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2E7AE-6442-FD99-B0AB-9453B7F8F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Sums of independent random variables from known distributions</a:t>
            </a:r>
            <a:endParaRPr lang="en-GB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5932F-554C-ECE1-5917-154DA1D0A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23989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GB" sz="1800" dirty="0">
                <a:effectLst/>
                <a:ea typeface="Calibri" panose="020F0502020204030204" pitchFamily="34" charset="0"/>
              </a:rPr>
              <a:t>Sums of independent random variables from a common family of distributions are often also from the same family.</a:t>
            </a:r>
          </a:p>
        </p:txBody>
      </p:sp>
    </p:spTree>
    <p:extLst>
      <p:ext uri="{BB962C8B-B14F-4D97-AF65-F5344CB8AC3E}">
        <p14:creationId xmlns:p14="http://schemas.microsoft.com/office/powerpoint/2010/main" val="18287633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EBC0D-F081-0DE2-9053-56441FB07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Examples of known 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en-US" sz="4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istributions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B49CC0-0451-44D8-5BBB-F8F7175B06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13840"/>
                <a:ext cx="10515600" cy="5059680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GB" dirty="0">
                    <a:effectLst/>
                    <a:ea typeface="Calibri" panose="020F0502020204030204" pitchFamily="34" charset="0"/>
                  </a:rPr>
                  <a:t>Using the results for the expectations and the variance of sums of random variables the following examples are given for the Binomial (</a:t>
                </a:r>
                <a14:m>
                  <m:oMath xmlns:m="http://schemas.openxmlformats.org/officeDocument/2006/math">
                    <m:r>
                      <a:rPr lang="en-GB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GB" dirty="0">
                    <a:effectLst/>
                    <a:ea typeface="Calibri" panose="020F0502020204030204" pitchFamily="34" charset="0"/>
                  </a:rPr>
                  <a:t>), Poisson (</a:t>
                </a:r>
                <a14:m>
                  <m:oMath xmlns:m="http://schemas.openxmlformats.org/officeDocument/2006/math">
                    <m:r>
                      <a:rPr lang="en-GB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en-GB" dirty="0">
                    <a:effectLst/>
                    <a:ea typeface="Calibri" panose="020F0502020204030204" pitchFamily="34" charset="0"/>
                  </a:rPr>
                  <a:t>), Normal (</a:t>
                </a:r>
                <a14:m>
                  <m:oMath xmlns:m="http://schemas.openxmlformats.org/officeDocument/2006/math">
                    <m:r>
                      <a:rPr lang="en-GB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en-GB" dirty="0">
                    <a:effectLst/>
                    <a:ea typeface="Calibri" panose="020F0502020204030204" pitchFamily="34" charset="0"/>
                  </a:rPr>
                  <a:t>), Geometric (</a:t>
                </a:r>
                <a14:m>
                  <m:oMath xmlns:m="http://schemas.openxmlformats.org/officeDocument/2006/math">
                    <m:r>
                      <a:rPr lang="en-GB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𝑔</m:t>
                    </m:r>
                  </m:oMath>
                </a14:m>
                <a:r>
                  <a:rPr lang="en-GB" dirty="0">
                    <a:effectLst/>
                    <a:ea typeface="Calibri" panose="020F0502020204030204" pitchFamily="34" charset="0"/>
                  </a:rPr>
                  <a:t>) and Negative Binomial (</a:t>
                </a:r>
                <a14:m>
                  <m:oMath xmlns:m="http://schemas.openxmlformats.org/officeDocument/2006/math">
                    <m:r>
                      <a:rPr lang="en-GB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𝑁𝐵</m:t>
                    </m:r>
                  </m:oMath>
                </a14:m>
                <a:r>
                  <a:rPr lang="en-GB" dirty="0">
                    <a:effectLst/>
                    <a:ea typeface="Calibri" panose="020F0502020204030204" pitchFamily="34" charset="0"/>
                  </a:rPr>
                  <a:t>) distributions:</a:t>
                </a:r>
                <a:endParaRPr lang="en-GB" dirty="0"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d>
                        <m:d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d>
                        <m:d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GB" kern="100" dirty="0"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𝑝</m:t>
                      </m:r>
                      <m:d>
                        <m:d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𝑝</m:t>
                      </m:r>
                      <m:d>
                        <m:d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𝑁</m:t>
                      </m:r>
                      <m:d>
                        <m:d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𝑁</m:t>
                      </m:r>
                      <m:d>
                        <m:d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𝑁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𝑔</m:t>
                      </m:r>
                      <m:d>
                        <m:d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𝑔</m:t>
                      </m:r>
                      <m:d>
                        <m:d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𝑁𝐵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(2,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GB" kern="100" dirty="0"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GB" kern="100" dirty="0"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kern="100" dirty="0">
                    <a:effectLst/>
                    <a:ea typeface="Calibri" panose="020F0502020204030204" pitchFamily="34" charset="0"/>
                  </a:rPr>
                  <a:t>These formulae obviously extend to sums of more than two random variables.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B49CC0-0451-44D8-5BBB-F8F7175B06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13840"/>
                <a:ext cx="10515600" cy="5059680"/>
              </a:xfrm>
              <a:blipFill>
                <a:blip r:embed="rId2"/>
                <a:stretch>
                  <a:fillRect l="-522" b="-4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89844AC-F311-9CD1-110F-B2AD2D3A91F8}"/>
                  </a:ext>
                </a:extLst>
              </p14:cNvPr>
              <p14:cNvContentPartPr/>
              <p14:nvPr/>
            </p14:nvContentPartPr>
            <p14:xfrm>
              <a:off x="8326440" y="4962240"/>
              <a:ext cx="2858760" cy="999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89844AC-F311-9CD1-110F-B2AD2D3A91F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17080" y="4952880"/>
                <a:ext cx="2877480" cy="101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092924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361CC-817F-AB2A-52F2-699982DFA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Binomial</a:t>
            </a:r>
            <a:endParaRPr lang="en-GB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F33BFA-DE8B-E2BF-AD7F-F76A38F5A1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486275"/>
              </a:xfrm>
            </p:spPr>
            <p:txBody>
              <a:bodyPr>
                <a:noAutofit/>
              </a:bodyPr>
              <a:lstStyle/>
              <a:p>
                <a:pPr marL="400050" indent="-400050">
                  <a:lnSpc>
                    <a:spcPct val="150000"/>
                  </a:lnSpc>
                  <a:spcBef>
                    <a:spcPts val="0"/>
                  </a:spcBef>
                  <a:buFont typeface="+mj-lt"/>
                  <a:buAutoNum type="romanLcPeriod"/>
                </a:pPr>
                <a:r>
                  <a:rPr lang="en-US" kern="100" dirty="0">
                    <a:effectLst/>
                    <a:ea typeface="Calibri" panose="020F0502020204030204" pitchFamily="34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 …, </m:t>
                    </m:r>
                    <m:sSub>
                      <m:sSub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 are </a:t>
                </a:r>
                <a:r>
                  <a:rPr lang="en-US" kern="100" dirty="0" err="1">
                    <a:effectLst/>
                    <a:ea typeface="Times New Roman" panose="02020603050405020304" pitchFamily="18" charset="0"/>
                  </a:rPr>
                  <a:t>iid</a:t>
                </a:r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 (independently and identically distributed, i.e. each has the same probability distribution as the others and all are mutually independent) Bernoulli random variables with probability of success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 and probability of failure (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1−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) then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en-GB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~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F33BFA-DE8B-E2BF-AD7F-F76A38F5A1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486275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26174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6EA85E-619D-CBB1-0B00-EAB0A0B341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486275"/>
              </a:xfrm>
            </p:spPr>
            <p:txBody>
              <a:bodyPr/>
              <a:lstStyle/>
              <a:p>
                <a:pPr marL="400050" lvl="0" indent="-400050">
                  <a:lnSpc>
                    <a:spcPct val="150000"/>
                  </a:lnSpc>
                  <a:spcBef>
                    <a:spcPts val="0"/>
                  </a:spcBef>
                  <a:buFont typeface="+mj-lt"/>
                  <a:buAutoNum type="romanLcPeriod" startAt="2"/>
                </a:pPr>
                <a:r>
                  <a:rPr lang="en-US" kern="1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 …, </m:t>
                    </m:r>
                    <m:sSub>
                      <m:sSub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are independent Poisson random variables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having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then:</a:t>
                </a:r>
                <a:endParaRPr lang="en-GB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~</m:t>
                          </m:r>
                          <m:r>
                            <m:rPr>
                              <m:nor/>
                            </m:rPr>
                            <a:rPr lang="en-US" kern="100">
                              <a:effectLst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Poisson</m:t>
                          </m:r>
                          <m:r>
                            <m:rPr>
                              <m:nor/>
                            </m:rPr>
                            <a:rPr lang="en-US" kern="100">
                              <a:effectLst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kern="100">
                              <a:effectLst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distribution</m:t>
                          </m:r>
                          <m:r>
                            <m:rPr>
                              <m:nor/>
                            </m:rPr>
                            <a:rPr lang="en-US" kern="100">
                              <a:effectLst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kern="100">
                              <a:effectLst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with</m:t>
                          </m:r>
                          <m:r>
                            <m:rPr>
                              <m:nor/>
                            </m:rPr>
                            <a:rPr lang="en-US" kern="100">
                              <a:effectLst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kern="100">
                              <a:effectLst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mean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GB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en-GB" sz="1800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6EA85E-619D-CBB1-0B00-EAB0A0B341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486275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8A108BB3-7DF2-A214-8883-81B35A466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Poisson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40628079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563B82-14F1-AAC1-471B-E531D4DA16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486275"/>
              </a:xfrm>
            </p:spPr>
            <p:txBody>
              <a:bodyPr>
                <a:noAutofit/>
              </a:bodyPr>
              <a:lstStyle/>
              <a:p>
                <a:pPr marL="400050" lvl="0" indent="-400050">
                  <a:lnSpc>
                    <a:spcPct val="150000"/>
                  </a:lnSpc>
                  <a:spcBef>
                    <a:spcPts val="0"/>
                  </a:spcBef>
                  <a:buFont typeface="+mj-lt"/>
                  <a:buAutoNum type="romanLcPeriod" startAt="3"/>
                </a:pPr>
                <a:r>
                  <a:rPr lang="en-US" kern="1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 …, </m:t>
                    </m:r>
                    <m:sSub>
                      <m:sSub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are independent normal random variables with probability distributions,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~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sSubSup>
                      <m:sSubSup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then:</a:t>
                </a:r>
                <a:endParaRPr lang="en-GB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~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𝑁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GB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kern="1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or more generally,</a:t>
                </a:r>
                <a:endParaRPr lang="en-GB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~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𝑁</m:t>
                      </m:r>
                      <m:d>
                        <m:d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GB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GB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GB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GB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GB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563B82-14F1-AAC1-471B-E531D4DA16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486275"/>
              </a:xfrm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47651F77-7FDD-3D5E-A071-53B9A513F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Normal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24657685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1CB93D-B52F-902E-7A06-EF9E08C297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89759"/>
                <a:ext cx="10515600" cy="4287203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In particular, if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~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sub>
                    </m:sSub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sSubSup>
                      <m:sSubSup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sub>
                      <m:sup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~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𝑌</m:t>
                        </m:r>
                      </m:sub>
                    </m:sSub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sSubSup>
                      <m:sSubSup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𝑌</m:t>
                        </m:r>
                      </m:sub>
                      <m:sup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 are independent then: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𝑌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~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𝑁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sub>
                        <m:sup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sub>
                        <m:sup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𝑌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~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𝑁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sub>
                        <m:sup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sub>
                        <m:sup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1CB93D-B52F-902E-7A06-EF9E08C297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89759"/>
                <a:ext cx="10515600" cy="4287203"/>
              </a:xfrm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3B81C225-1744-242F-850A-B394B013F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448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Normal (continued)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24295536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1E0D34-93E8-3544-58BB-319838E256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67839"/>
                <a:ext cx="10515600" cy="4409123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The random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 have the following means and variances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and covariances: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GB" dirty="0"/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GB" dirty="0"/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GB" dirty="0"/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GB" dirty="0"/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US" kern="100" dirty="0">
                  <a:effectLst/>
                  <a:ea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US" kern="100" dirty="0">
                  <a:ea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What is the mean and the variance of </a:t>
                </a:r>
                <a14:m>
                  <m:oMath xmlns:m="http://schemas.openxmlformats.org/officeDocument/2006/math"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=3</m:t>
                    </m:r>
                    <m:sSub>
                      <m:sSub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+4</m:t>
                    </m:r>
                    <m:sSub>
                      <m:sSub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−6</m:t>
                    </m:r>
                    <m:sSub>
                      <m:sSubPr>
                        <m:ctrlPr>
                          <a:rPr lang="en-GB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kern="100" dirty="0">
                    <a:effectLst/>
                    <a:ea typeface="Times New Roman" panose="02020603050405020304" pitchFamily="18" charset="0"/>
                  </a:rPr>
                  <a:t>?</a:t>
                </a:r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1E0D34-93E8-3544-58BB-319838E256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67839"/>
                <a:ext cx="10515600" cy="4409123"/>
              </a:xfrm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8316E209-C4E6-F866-AEEF-CF604B9D35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874" y="2815791"/>
            <a:ext cx="7920000" cy="16815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6163C5-74F8-763E-7118-73FD039D15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7874" y="4497386"/>
            <a:ext cx="7920000" cy="8074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C0ECD6-CFD6-9F6B-FF52-7DE5D34F5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Example 9.2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7619136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6770A3-8F98-A896-B43D-61CDE2773B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486275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en-US" u="sng" kern="100" dirty="0">
                    <a:effectLst/>
                    <a:ea typeface="Times New Roman" panose="02020603050405020304" pitchFamily="18" charset="0"/>
                  </a:rPr>
                  <a:t>Solution</a:t>
                </a:r>
                <a:endParaRPr lang="en-GB" kern="100" dirty="0"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  <m:sSub>
                            <m:sSub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+4</m:t>
                          </m:r>
                          <m:sSub>
                            <m:sSub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−6</m:t>
                          </m:r>
                          <m:sSub>
                            <m:sSub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=3×2+4×</m:t>
                      </m:r>
                      <m:d>
                        <m:d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−6×4=−22</m:t>
                      </m:r>
                    </m:oMath>
                  </m:oMathPara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GB" i="1" kern="100" dirty="0">
                  <a:effectLst/>
                  <a:ea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  <m:sSub>
                            <m:sSub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+4</m:t>
                          </m:r>
                          <m:sSub>
                            <m:sSub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−6</m:t>
                          </m:r>
                          <m:sSub>
                            <m:sSub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×4+</m:t>
                      </m:r>
                      <m:sSup>
                        <m:sSup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×6+</m:t>
                      </m:r>
                      <m:sSup>
                        <m:sSupPr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(−6)</m:t>
                          </m:r>
                        </m:e>
                        <m:sup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×8+2×</m:t>
                      </m:r>
                      <m:d>
                        <m:dPr>
                          <m:begChr m:val="["/>
                          <m:endChr m:val="]"/>
                          <m:ctrlPr>
                            <a:rPr lang="en-GB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3×4×1+3×</m:t>
                          </m:r>
                          <m:d>
                            <m:d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−6</m:t>
                              </m:r>
                            </m:e>
                          </m:d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+4×</m:t>
                          </m:r>
                          <m:d>
                            <m:dPr>
                              <m:ctrlPr>
                                <a:rPr lang="en-GB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−6</m:t>
                              </m:r>
                            </m:e>
                          </m:d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×0</m:t>
                          </m:r>
                        </m:e>
                      </m:d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=480</m:t>
                      </m:r>
                    </m:oMath>
                  </m:oMathPara>
                </a14:m>
                <a:endParaRPr lang="en-GB" kern="100" dirty="0">
                  <a:effectLst/>
                  <a:ea typeface="Calibri" panose="020F0502020204030204" pitchFamily="34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6770A3-8F98-A896-B43D-61CDE2773B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486275"/>
              </a:xfrm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05B2DFBF-0F1B-9B9E-95FA-525CE28FB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Example 9.2 (continued)</a:t>
            </a:r>
            <a:endParaRPr lang="en-GB" sz="36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5089726-33B2-6D7F-C256-5CDC317CF729}"/>
                  </a:ext>
                </a:extLst>
              </p14:cNvPr>
              <p14:cNvContentPartPr/>
              <p14:nvPr/>
            </p14:nvContentPartPr>
            <p14:xfrm>
              <a:off x="1461960" y="4330440"/>
              <a:ext cx="2290320" cy="736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5089726-33B2-6D7F-C256-5CDC317CF72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52600" y="4321080"/>
                <a:ext cx="2309040" cy="75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1628E29-BC20-DF99-728F-F368751A283C}"/>
                  </a:ext>
                </a:extLst>
              </p14:cNvPr>
              <p14:cNvContentPartPr/>
              <p14:nvPr/>
            </p14:nvContentPartPr>
            <p14:xfrm>
              <a:off x="3510720" y="4389840"/>
              <a:ext cx="1734120" cy="666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1628E29-BC20-DF99-728F-F368751A283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494880" y="4326480"/>
                <a:ext cx="1765440" cy="79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F44E54C-3DA2-BADB-D577-9381DF728520}"/>
                  </a:ext>
                </a:extLst>
              </p14:cNvPr>
              <p14:cNvContentPartPr/>
              <p14:nvPr/>
            </p14:nvContentPartPr>
            <p14:xfrm>
              <a:off x="1933560" y="3496320"/>
              <a:ext cx="2726280" cy="1980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F44E54C-3DA2-BADB-D577-9381DF72852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917720" y="3432960"/>
                <a:ext cx="2757600" cy="32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1989DBE-4B64-8C96-3A4C-A0B091194A6C}"/>
                  </a:ext>
                </a:extLst>
              </p14:cNvPr>
              <p14:cNvContentPartPr/>
              <p14:nvPr/>
            </p14:nvContentPartPr>
            <p14:xfrm>
              <a:off x="4924440" y="3535200"/>
              <a:ext cx="4922280" cy="144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1989DBE-4B64-8C96-3A4C-A0B091194A6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908600" y="3471840"/>
                <a:ext cx="4953600" cy="27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3872ACA-A24C-7186-B1E0-8F699F6BD32A}"/>
                  </a:ext>
                </a:extLst>
              </p14:cNvPr>
              <p14:cNvContentPartPr/>
              <p14:nvPr/>
            </p14:nvContentPartPr>
            <p14:xfrm>
              <a:off x="5612040" y="4496400"/>
              <a:ext cx="3286800" cy="1774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3872ACA-A24C-7186-B1E0-8F699F6BD32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596200" y="4433040"/>
                <a:ext cx="3318120" cy="30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DD0238E-9653-DD00-E994-2FC69327913A}"/>
                  </a:ext>
                </a:extLst>
              </p14:cNvPr>
              <p14:cNvContentPartPr/>
              <p14:nvPr/>
            </p14:nvContentPartPr>
            <p14:xfrm>
              <a:off x="5520960" y="4573800"/>
              <a:ext cx="3403440" cy="13114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DD0238E-9653-DD00-E994-2FC69327913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505120" y="4510440"/>
                <a:ext cx="3434760" cy="143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85D4620-8EB2-517C-0ACE-ADED564D5573}"/>
                  </a:ext>
                </a:extLst>
              </p14:cNvPr>
              <p14:cNvContentPartPr/>
              <p14:nvPr/>
            </p14:nvContentPartPr>
            <p14:xfrm>
              <a:off x="3843360" y="4445280"/>
              <a:ext cx="5148360" cy="14691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85D4620-8EB2-517C-0ACE-ADED564D5573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834000" y="4435920"/>
                <a:ext cx="5167080" cy="148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40023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9B850-ACBC-1AF2-B928-BA13A04DF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Next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BA45-2EBD-73D4-5EA2-6697B5D32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GB" dirty="0"/>
              <a:t>Introduce correlation coefficient and explore how this relates to covariance</a:t>
            </a:r>
          </a:p>
        </p:txBody>
      </p:sp>
    </p:spTree>
    <p:extLst>
      <p:ext uri="{BB962C8B-B14F-4D97-AF65-F5344CB8AC3E}">
        <p14:creationId xmlns:p14="http://schemas.microsoft.com/office/powerpoint/2010/main" val="11472295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494</TotalTime>
  <Words>1299</Words>
  <Application>Microsoft Office PowerPoint</Application>
  <PresentationFormat>Widescreen</PresentationFormat>
  <Paragraphs>129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Aptos Display</vt:lpstr>
      <vt:lpstr>Aptos</vt:lpstr>
      <vt:lpstr>Arial</vt:lpstr>
      <vt:lpstr>Times New Roman</vt:lpstr>
      <vt:lpstr>Calibri</vt:lpstr>
      <vt:lpstr>Cambria Math</vt:lpstr>
      <vt:lpstr>Office Theme</vt:lpstr>
      <vt:lpstr>Introduction to Probability and Statistics 4CM521</vt:lpstr>
      <vt:lpstr>Introduction</vt:lpstr>
      <vt:lpstr>Expectation (mean) of linear combination of random </vt:lpstr>
      <vt:lpstr>Linearity of expectation </vt:lpstr>
      <vt:lpstr>Example 9.1 </vt:lpstr>
      <vt:lpstr>Example 9.1 (continued) </vt:lpstr>
      <vt:lpstr>Covariance</vt:lpstr>
      <vt:lpstr>Proof I</vt:lpstr>
      <vt:lpstr>Properties of covariance</vt:lpstr>
      <vt:lpstr>Interpretation of covariance</vt:lpstr>
      <vt:lpstr>Variance of linear combination of random variables</vt:lpstr>
      <vt:lpstr>Proof II</vt:lpstr>
      <vt:lpstr>Proof II (continued)</vt:lpstr>
      <vt:lpstr>Proof II (continued)</vt:lpstr>
      <vt:lpstr>Proof II (continued)</vt:lpstr>
      <vt:lpstr>Sums of independent random variables from known distributions</vt:lpstr>
      <vt:lpstr>Examples of known distributions</vt:lpstr>
      <vt:lpstr>Binomial</vt:lpstr>
      <vt:lpstr>Poisson</vt:lpstr>
      <vt:lpstr>Normal</vt:lpstr>
      <vt:lpstr>Normal (continued)</vt:lpstr>
      <vt:lpstr>Example 9.2</vt:lpstr>
      <vt:lpstr>Example 9.2 (continued)</vt:lpstr>
      <vt:lpstr>Next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Means and Variances of Linear Combination of Random Variables along with Covariance</dc:title>
  <dc:creator>Jack Sutton</dc:creator>
  <cp:lastModifiedBy>Jack Sutton</cp:lastModifiedBy>
  <cp:revision>2</cp:revision>
  <cp:lastPrinted>2025-03-06T15:12:23Z</cp:lastPrinted>
  <dcterms:created xsi:type="dcterms:W3CDTF">2024-03-21T13:51:50Z</dcterms:created>
  <dcterms:modified xsi:type="dcterms:W3CDTF">2026-03-16T11:53:41Z</dcterms:modified>
</cp:coreProperties>
</file>