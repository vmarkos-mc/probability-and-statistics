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317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314" r:id="rId34"/>
    <p:sldId id="315" r:id="rId35"/>
    <p:sldId id="316" r:id="rId36"/>
    <p:sldId id="289" r:id="rId37"/>
    <p:sldId id="290" r:id="rId38"/>
    <p:sldId id="291" r:id="rId39"/>
    <p:sldId id="292" r:id="rId40"/>
    <p:sldId id="294" r:id="rId41"/>
    <p:sldId id="293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8" r:id="rId60"/>
    <p:sldId id="312" r:id="rId61"/>
    <p:sldId id="313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4214E4-9C6A-425B-B539-1BEE030CB6FB}" v="13" dt="2025-12-03T10:35:29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Sutton" userId="ff762cc7-8b85-4d5d-84fc-d80ed39daf4b" providerId="ADAL" clId="{6D8A0429-0C60-442C-860E-97E7DCF9EA6D}"/>
    <pc:docChg chg="undo redo custSel addSld delSld modSld">
      <pc:chgData name="Jack Sutton" userId="ff762cc7-8b85-4d5d-84fc-d80ed39daf4b" providerId="ADAL" clId="{6D8A0429-0C60-442C-860E-97E7DCF9EA6D}" dt="2024-02-28T11:22:35.293" v="2841" actId="27636"/>
      <pc:docMkLst>
        <pc:docMk/>
      </pc:docMkLst>
      <pc:sldChg chg="modSp mod">
        <pc:chgData name="Jack Sutton" userId="ff762cc7-8b85-4d5d-84fc-d80ed39daf4b" providerId="ADAL" clId="{6D8A0429-0C60-442C-860E-97E7DCF9EA6D}" dt="2024-02-26T09:14:03.237" v="2768" actId="20577"/>
        <pc:sldMkLst>
          <pc:docMk/>
          <pc:sldMk cId="414713648" sldId="257"/>
        </pc:sldMkLst>
      </pc:sldChg>
      <pc:sldChg chg="modSp mod">
        <pc:chgData name="Jack Sutton" userId="ff762cc7-8b85-4d5d-84fc-d80ed39daf4b" providerId="ADAL" clId="{6D8A0429-0C60-442C-860E-97E7DCF9EA6D}" dt="2024-02-23T11:48:17.741" v="1857" actId="27636"/>
        <pc:sldMkLst>
          <pc:docMk/>
          <pc:sldMk cId="816577287" sldId="259"/>
        </pc:sldMkLst>
      </pc:sldChg>
      <pc:sldChg chg="modSp">
        <pc:chgData name="Jack Sutton" userId="ff762cc7-8b85-4d5d-84fc-d80ed39daf4b" providerId="ADAL" clId="{6D8A0429-0C60-442C-860E-97E7DCF9EA6D}" dt="2024-02-23T11:48:26.387" v="1858" actId="2710"/>
        <pc:sldMkLst>
          <pc:docMk/>
          <pc:sldMk cId="625311716" sldId="263"/>
        </pc:sldMkLst>
      </pc:sldChg>
      <pc:sldChg chg="modAnim">
        <pc:chgData name="Jack Sutton" userId="ff762cc7-8b85-4d5d-84fc-d80ed39daf4b" providerId="ADAL" clId="{6D8A0429-0C60-442C-860E-97E7DCF9EA6D}" dt="2024-02-22T13:10:24.388" v="0"/>
        <pc:sldMkLst>
          <pc:docMk/>
          <pc:sldMk cId="3984174763" sldId="265"/>
        </pc:sldMkLst>
      </pc:sldChg>
      <pc:sldChg chg="modAnim">
        <pc:chgData name="Jack Sutton" userId="ff762cc7-8b85-4d5d-84fc-d80ed39daf4b" providerId="ADAL" clId="{6D8A0429-0C60-442C-860E-97E7DCF9EA6D}" dt="2024-02-22T13:10:33.138" v="1"/>
        <pc:sldMkLst>
          <pc:docMk/>
          <pc:sldMk cId="2331296227" sldId="266"/>
        </pc:sldMkLst>
      </pc:sldChg>
      <pc:sldChg chg="modAnim">
        <pc:chgData name="Jack Sutton" userId="ff762cc7-8b85-4d5d-84fc-d80ed39daf4b" providerId="ADAL" clId="{6D8A0429-0C60-442C-860E-97E7DCF9EA6D}" dt="2024-02-22T13:10:39.001" v="2"/>
        <pc:sldMkLst>
          <pc:docMk/>
          <pc:sldMk cId="928918669" sldId="267"/>
        </pc:sldMkLst>
      </pc:sldChg>
      <pc:sldChg chg="modAnim">
        <pc:chgData name="Jack Sutton" userId="ff762cc7-8b85-4d5d-84fc-d80ed39daf4b" providerId="ADAL" clId="{6D8A0429-0C60-442C-860E-97E7DCF9EA6D}" dt="2024-02-22T13:10:43.488" v="3"/>
        <pc:sldMkLst>
          <pc:docMk/>
          <pc:sldMk cId="739631742" sldId="268"/>
        </pc:sldMkLst>
      </pc:sldChg>
      <pc:sldChg chg="modSp mod">
        <pc:chgData name="Jack Sutton" userId="ff762cc7-8b85-4d5d-84fc-d80ed39daf4b" providerId="ADAL" clId="{6D8A0429-0C60-442C-860E-97E7DCF9EA6D}" dt="2024-02-23T11:52:33.594" v="1860" actId="27636"/>
        <pc:sldMkLst>
          <pc:docMk/>
          <pc:sldMk cId="3444148502" sldId="269"/>
        </pc:sldMkLst>
      </pc:sldChg>
      <pc:sldChg chg="modSp new mod">
        <pc:chgData name="Jack Sutton" userId="ff762cc7-8b85-4d5d-84fc-d80ed39daf4b" providerId="ADAL" clId="{6D8A0429-0C60-442C-860E-97E7DCF9EA6D}" dt="2024-02-23T11:52:39.375" v="1861" actId="2710"/>
        <pc:sldMkLst>
          <pc:docMk/>
          <pc:sldMk cId="2964322110" sldId="270"/>
        </pc:sldMkLst>
      </pc:sldChg>
      <pc:sldChg chg="modSp new mod">
        <pc:chgData name="Jack Sutton" userId="ff762cc7-8b85-4d5d-84fc-d80ed39daf4b" providerId="ADAL" clId="{6D8A0429-0C60-442C-860E-97E7DCF9EA6D}" dt="2024-02-26T09:14:39.082" v="2769"/>
        <pc:sldMkLst>
          <pc:docMk/>
          <pc:sldMk cId="2478305602" sldId="271"/>
        </pc:sldMkLst>
      </pc:sldChg>
      <pc:sldChg chg="addSp delSp modSp new mod">
        <pc:chgData name="Jack Sutton" userId="ff762cc7-8b85-4d5d-84fc-d80ed39daf4b" providerId="ADAL" clId="{6D8A0429-0C60-442C-860E-97E7DCF9EA6D}" dt="2024-02-22T13:19:25.796" v="160" actId="14100"/>
        <pc:sldMkLst>
          <pc:docMk/>
          <pc:sldMk cId="3962068338" sldId="272"/>
        </pc:sldMkLst>
      </pc:sldChg>
      <pc:sldChg chg="addSp modSp new mod">
        <pc:chgData name="Jack Sutton" userId="ff762cc7-8b85-4d5d-84fc-d80ed39daf4b" providerId="ADAL" clId="{6D8A0429-0C60-442C-860E-97E7DCF9EA6D}" dt="2024-02-22T13:23:57.244" v="400" actId="1035"/>
        <pc:sldMkLst>
          <pc:docMk/>
          <pc:sldMk cId="4176050101" sldId="273"/>
        </pc:sldMkLst>
      </pc:sldChg>
      <pc:sldChg chg="modSp new mod">
        <pc:chgData name="Jack Sutton" userId="ff762cc7-8b85-4d5d-84fc-d80ed39daf4b" providerId="ADAL" clId="{6D8A0429-0C60-442C-860E-97E7DCF9EA6D}" dt="2024-02-26T09:15:10.790" v="2787" actId="20577"/>
        <pc:sldMkLst>
          <pc:docMk/>
          <pc:sldMk cId="2531653049" sldId="274"/>
        </pc:sldMkLst>
      </pc:sldChg>
      <pc:sldChg chg="modSp new mod">
        <pc:chgData name="Jack Sutton" userId="ff762cc7-8b85-4d5d-84fc-d80ed39daf4b" providerId="ADAL" clId="{6D8A0429-0C60-442C-860E-97E7DCF9EA6D}" dt="2024-02-23T13:40:21.388" v="1931" actId="20577"/>
        <pc:sldMkLst>
          <pc:docMk/>
          <pc:sldMk cId="769229089" sldId="275"/>
        </pc:sldMkLst>
      </pc:sldChg>
      <pc:sldChg chg="addSp modSp new mod">
        <pc:chgData name="Jack Sutton" userId="ff762cc7-8b85-4d5d-84fc-d80ed39daf4b" providerId="ADAL" clId="{6D8A0429-0C60-442C-860E-97E7DCF9EA6D}" dt="2024-02-26T09:23:55.210" v="2797" actId="14100"/>
        <pc:sldMkLst>
          <pc:docMk/>
          <pc:sldMk cId="3966746245" sldId="276"/>
        </pc:sldMkLst>
      </pc:sldChg>
      <pc:sldChg chg="modSp new mod">
        <pc:chgData name="Jack Sutton" userId="ff762cc7-8b85-4d5d-84fc-d80ed39daf4b" providerId="ADAL" clId="{6D8A0429-0C60-442C-860E-97E7DCF9EA6D}" dt="2024-02-22T13:39:06.252" v="631" actId="255"/>
        <pc:sldMkLst>
          <pc:docMk/>
          <pc:sldMk cId="2724957374" sldId="277"/>
        </pc:sldMkLst>
      </pc:sldChg>
      <pc:sldChg chg="addSp delSp modSp new mod">
        <pc:chgData name="Jack Sutton" userId="ff762cc7-8b85-4d5d-84fc-d80ed39daf4b" providerId="ADAL" clId="{6D8A0429-0C60-442C-860E-97E7DCF9EA6D}" dt="2024-02-26T09:20:24.795" v="2788"/>
        <pc:sldMkLst>
          <pc:docMk/>
          <pc:sldMk cId="587892205" sldId="278"/>
        </pc:sldMkLst>
      </pc:sldChg>
      <pc:sldChg chg="addSp delSp modSp new mod">
        <pc:chgData name="Jack Sutton" userId="ff762cc7-8b85-4d5d-84fc-d80ed39daf4b" providerId="ADAL" clId="{6D8A0429-0C60-442C-860E-97E7DCF9EA6D}" dt="2024-02-22T13:43:03.511" v="746" actId="478"/>
        <pc:sldMkLst>
          <pc:docMk/>
          <pc:sldMk cId="4248598339" sldId="279"/>
        </pc:sldMkLst>
      </pc:sldChg>
      <pc:sldChg chg="modSp new mod">
        <pc:chgData name="Jack Sutton" userId="ff762cc7-8b85-4d5d-84fc-d80ed39daf4b" providerId="ADAL" clId="{6D8A0429-0C60-442C-860E-97E7DCF9EA6D}" dt="2024-02-22T13:47:00.735" v="813" actId="20577"/>
        <pc:sldMkLst>
          <pc:docMk/>
          <pc:sldMk cId="252312325" sldId="280"/>
        </pc:sldMkLst>
      </pc:sldChg>
      <pc:sldChg chg="addSp delSp modSp new mod modAnim">
        <pc:chgData name="Jack Sutton" userId="ff762cc7-8b85-4d5d-84fc-d80ed39daf4b" providerId="ADAL" clId="{6D8A0429-0C60-442C-860E-97E7DCF9EA6D}" dt="2024-02-22T13:50:47.825" v="858" actId="1076"/>
        <pc:sldMkLst>
          <pc:docMk/>
          <pc:sldMk cId="944117951" sldId="281"/>
        </pc:sldMkLst>
      </pc:sldChg>
      <pc:sldChg chg="delSp modSp new mod">
        <pc:chgData name="Jack Sutton" userId="ff762cc7-8b85-4d5d-84fc-d80ed39daf4b" providerId="ADAL" clId="{6D8A0429-0C60-442C-860E-97E7DCF9EA6D}" dt="2024-02-22T13:51:35.221" v="868" actId="27636"/>
        <pc:sldMkLst>
          <pc:docMk/>
          <pc:sldMk cId="2562504833" sldId="282"/>
        </pc:sldMkLst>
      </pc:sldChg>
      <pc:sldChg chg="modSp new mod">
        <pc:chgData name="Jack Sutton" userId="ff762cc7-8b85-4d5d-84fc-d80ed39daf4b" providerId="ADAL" clId="{6D8A0429-0C60-442C-860E-97E7DCF9EA6D}" dt="2024-02-23T11:59:31.342" v="1870" actId="313"/>
        <pc:sldMkLst>
          <pc:docMk/>
          <pc:sldMk cId="1756583372" sldId="283"/>
        </pc:sldMkLst>
      </pc:sldChg>
      <pc:sldChg chg="modSp new mod">
        <pc:chgData name="Jack Sutton" userId="ff762cc7-8b85-4d5d-84fc-d80ed39daf4b" providerId="ADAL" clId="{6D8A0429-0C60-442C-860E-97E7DCF9EA6D}" dt="2024-02-22T14:02:47.430" v="960" actId="20577"/>
        <pc:sldMkLst>
          <pc:docMk/>
          <pc:sldMk cId="840074691" sldId="284"/>
        </pc:sldMkLst>
      </pc:sldChg>
      <pc:sldChg chg="addSp delSp modSp new mod">
        <pc:chgData name="Jack Sutton" userId="ff762cc7-8b85-4d5d-84fc-d80ed39daf4b" providerId="ADAL" clId="{6D8A0429-0C60-442C-860E-97E7DCF9EA6D}" dt="2024-02-23T12:01:39.880" v="1897" actId="20577"/>
        <pc:sldMkLst>
          <pc:docMk/>
          <pc:sldMk cId="1688446321" sldId="285"/>
        </pc:sldMkLst>
      </pc:sldChg>
      <pc:sldChg chg="addSp modSp new mod">
        <pc:chgData name="Jack Sutton" userId="ff762cc7-8b85-4d5d-84fc-d80ed39daf4b" providerId="ADAL" clId="{6D8A0429-0C60-442C-860E-97E7DCF9EA6D}" dt="2024-02-22T14:04:39.705" v="1047" actId="1076"/>
        <pc:sldMkLst>
          <pc:docMk/>
          <pc:sldMk cId="1874095056" sldId="286"/>
        </pc:sldMkLst>
      </pc:sldChg>
      <pc:sldChg chg="modSp new mod">
        <pc:chgData name="Jack Sutton" userId="ff762cc7-8b85-4d5d-84fc-d80ed39daf4b" providerId="ADAL" clId="{6D8A0429-0C60-442C-860E-97E7DCF9EA6D}" dt="2024-02-26T09:38:17.753" v="2800" actId="20577"/>
        <pc:sldMkLst>
          <pc:docMk/>
          <pc:sldMk cId="1825455878" sldId="287"/>
        </pc:sldMkLst>
      </pc:sldChg>
      <pc:sldChg chg="modSp new mod">
        <pc:chgData name="Jack Sutton" userId="ff762cc7-8b85-4d5d-84fc-d80ed39daf4b" providerId="ADAL" clId="{6D8A0429-0C60-442C-860E-97E7DCF9EA6D}" dt="2024-02-23T14:12:20.758" v="1970" actId="20577"/>
        <pc:sldMkLst>
          <pc:docMk/>
          <pc:sldMk cId="1674316625" sldId="288"/>
        </pc:sldMkLst>
      </pc:sldChg>
      <pc:sldChg chg="modSp new mod">
        <pc:chgData name="Jack Sutton" userId="ff762cc7-8b85-4d5d-84fc-d80ed39daf4b" providerId="ADAL" clId="{6D8A0429-0C60-442C-860E-97E7DCF9EA6D}" dt="2024-02-23T12:07:05.516" v="1921" actId="20577"/>
        <pc:sldMkLst>
          <pc:docMk/>
          <pc:sldMk cId="2991536755" sldId="289"/>
        </pc:sldMkLst>
      </pc:sldChg>
      <pc:sldChg chg="modSp new mod">
        <pc:chgData name="Jack Sutton" userId="ff762cc7-8b85-4d5d-84fc-d80ed39daf4b" providerId="ADAL" clId="{6D8A0429-0C60-442C-860E-97E7DCF9EA6D}" dt="2024-02-23T14:14:34.013" v="2103"/>
        <pc:sldMkLst>
          <pc:docMk/>
          <pc:sldMk cId="2590802176" sldId="290"/>
        </pc:sldMkLst>
      </pc:sldChg>
      <pc:sldChg chg="delSp modSp new mod">
        <pc:chgData name="Jack Sutton" userId="ff762cc7-8b85-4d5d-84fc-d80ed39daf4b" providerId="ADAL" clId="{6D8A0429-0C60-442C-860E-97E7DCF9EA6D}" dt="2024-02-23T12:12:48.272" v="1924"/>
        <pc:sldMkLst>
          <pc:docMk/>
          <pc:sldMk cId="2310073358" sldId="291"/>
        </pc:sldMkLst>
      </pc:sldChg>
      <pc:sldChg chg="delSp modSp new mod">
        <pc:chgData name="Jack Sutton" userId="ff762cc7-8b85-4d5d-84fc-d80ed39daf4b" providerId="ADAL" clId="{6D8A0429-0C60-442C-860E-97E7DCF9EA6D}" dt="2024-02-22T14:15:03.377" v="1296" actId="27636"/>
        <pc:sldMkLst>
          <pc:docMk/>
          <pc:sldMk cId="1813281147" sldId="292"/>
        </pc:sldMkLst>
      </pc:sldChg>
      <pc:sldChg chg="modSp new mod">
        <pc:chgData name="Jack Sutton" userId="ff762cc7-8b85-4d5d-84fc-d80ed39daf4b" providerId="ADAL" clId="{6D8A0429-0C60-442C-860E-97E7DCF9EA6D}" dt="2024-02-23T12:15:21.549" v="1926" actId="5793"/>
        <pc:sldMkLst>
          <pc:docMk/>
          <pc:sldMk cId="2637842126" sldId="293"/>
        </pc:sldMkLst>
      </pc:sldChg>
      <pc:sldChg chg="modSp add mod">
        <pc:chgData name="Jack Sutton" userId="ff762cc7-8b85-4d5d-84fc-d80ed39daf4b" providerId="ADAL" clId="{6D8A0429-0C60-442C-860E-97E7DCF9EA6D}" dt="2024-02-22T14:15:19.309" v="1299" actId="255"/>
        <pc:sldMkLst>
          <pc:docMk/>
          <pc:sldMk cId="3606373028" sldId="294"/>
        </pc:sldMkLst>
      </pc:sldChg>
      <pc:sldChg chg="modSp new mod">
        <pc:chgData name="Jack Sutton" userId="ff762cc7-8b85-4d5d-84fc-d80ed39daf4b" providerId="ADAL" clId="{6D8A0429-0C60-442C-860E-97E7DCF9EA6D}" dt="2024-02-23T12:15:58.814" v="1929" actId="20577"/>
        <pc:sldMkLst>
          <pc:docMk/>
          <pc:sldMk cId="1121569790" sldId="295"/>
        </pc:sldMkLst>
      </pc:sldChg>
      <pc:sldChg chg="modSp new mod">
        <pc:chgData name="Jack Sutton" userId="ff762cc7-8b85-4d5d-84fc-d80ed39daf4b" providerId="ADAL" clId="{6D8A0429-0C60-442C-860E-97E7DCF9EA6D}" dt="2024-02-22T14:35:06.503" v="1394" actId="20577"/>
        <pc:sldMkLst>
          <pc:docMk/>
          <pc:sldMk cId="2889382840" sldId="296"/>
        </pc:sldMkLst>
      </pc:sldChg>
      <pc:sldChg chg="modSp new mod">
        <pc:chgData name="Jack Sutton" userId="ff762cc7-8b85-4d5d-84fc-d80ed39daf4b" providerId="ADAL" clId="{6D8A0429-0C60-442C-860E-97E7DCF9EA6D}" dt="2024-02-22T14:37:22.894" v="1437" actId="27636"/>
        <pc:sldMkLst>
          <pc:docMk/>
          <pc:sldMk cId="2652733231" sldId="297"/>
        </pc:sldMkLst>
      </pc:sldChg>
      <pc:sldChg chg="modSp new mod">
        <pc:chgData name="Jack Sutton" userId="ff762cc7-8b85-4d5d-84fc-d80ed39daf4b" providerId="ADAL" clId="{6D8A0429-0C60-442C-860E-97E7DCF9EA6D}" dt="2024-02-22T14:39:08.477" v="1458" actId="313"/>
        <pc:sldMkLst>
          <pc:docMk/>
          <pc:sldMk cId="3637382832" sldId="298"/>
        </pc:sldMkLst>
      </pc:sldChg>
      <pc:sldChg chg="modSp new mod">
        <pc:chgData name="Jack Sutton" userId="ff762cc7-8b85-4d5d-84fc-d80ed39daf4b" providerId="ADAL" clId="{6D8A0429-0C60-442C-860E-97E7DCF9EA6D}" dt="2024-02-22T14:40:52.398" v="1509" actId="14100"/>
        <pc:sldMkLst>
          <pc:docMk/>
          <pc:sldMk cId="2638535509" sldId="299"/>
        </pc:sldMkLst>
      </pc:sldChg>
      <pc:sldChg chg="modSp new mod">
        <pc:chgData name="Jack Sutton" userId="ff762cc7-8b85-4d5d-84fc-d80ed39daf4b" providerId="ADAL" clId="{6D8A0429-0C60-442C-860E-97E7DCF9EA6D}" dt="2024-02-22T14:41:46.105" v="1531" actId="255"/>
        <pc:sldMkLst>
          <pc:docMk/>
          <pc:sldMk cId="3299515492" sldId="300"/>
        </pc:sldMkLst>
      </pc:sldChg>
      <pc:sldChg chg="modSp new add del mod">
        <pc:chgData name="Jack Sutton" userId="ff762cc7-8b85-4d5d-84fc-d80ed39daf4b" providerId="ADAL" clId="{6D8A0429-0C60-442C-860E-97E7DCF9EA6D}" dt="2024-02-28T11:08:45.284" v="2827" actId="20577"/>
        <pc:sldMkLst>
          <pc:docMk/>
          <pc:sldMk cId="3003881705" sldId="301"/>
        </pc:sldMkLst>
      </pc:sldChg>
      <pc:sldChg chg="addSp delSp modSp new mod">
        <pc:chgData name="Jack Sutton" userId="ff762cc7-8b85-4d5d-84fc-d80ed39daf4b" providerId="ADAL" clId="{6D8A0429-0C60-442C-860E-97E7DCF9EA6D}" dt="2024-02-22T14:45:43.926" v="1595" actId="20577"/>
        <pc:sldMkLst>
          <pc:docMk/>
          <pc:sldMk cId="3281513988" sldId="302"/>
        </pc:sldMkLst>
      </pc:sldChg>
      <pc:sldChg chg="delSp modSp new mod">
        <pc:chgData name="Jack Sutton" userId="ff762cc7-8b85-4d5d-84fc-d80ed39daf4b" providerId="ADAL" clId="{6D8A0429-0C60-442C-860E-97E7DCF9EA6D}" dt="2024-02-22T14:46:30.750" v="1605" actId="20577"/>
        <pc:sldMkLst>
          <pc:docMk/>
          <pc:sldMk cId="1250938275" sldId="303"/>
        </pc:sldMkLst>
      </pc:sldChg>
      <pc:sldChg chg="delSp modSp new mod">
        <pc:chgData name="Jack Sutton" userId="ff762cc7-8b85-4d5d-84fc-d80ed39daf4b" providerId="ADAL" clId="{6D8A0429-0C60-442C-860E-97E7DCF9EA6D}" dt="2024-02-22T14:47:31.632" v="1621" actId="255"/>
        <pc:sldMkLst>
          <pc:docMk/>
          <pc:sldMk cId="1787214008" sldId="304"/>
        </pc:sldMkLst>
      </pc:sldChg>
      <pc:sldChg chg="modSp new mod">
        <pc:chgData name="Jack Sutton" userId="ff762cc7-8b85-4d5d-84fc-d80ed39daf4b" providerId="ADAL" clId="{6D8A0429-0C60-442C-860E-97E7DCF9EA6D}" dt="2024-02-22T14:49:15.866" v="1693" actId="20577"/>
        <pc:sldMkLst>
          <pc:docMk/>
          <pc:sldMk cId="1315304633" sldId="305"/>
        </pc:sldMkLst>
      </pc:sldChg>
      <pc:sldChg chg="delSp modSp new mod">
        <pc:chgData name="Jack Sutton" userId="ff762cc7-8b85-4d5d-84fc-d80ed39daf4b" providerId="ADAL" clId="{6D8A0429-0C60-442C-860E-97E7DCF9EA6D}" dt="2024-02-22T14:50:13.902" v="1737" actId="5793"/>
        <pc:sldMkLst>
          <pc:docMk/>
          <pc:sldMk cId="1776919711" sldId="306"/>
        </pc:sldMkLst>
      </pc:sldChg>
      <pc:sldChg chg="addSp delSp modSp new mod">
        <pc:chgData name="Jack Sutton" userId="ff762cc7-8b85-4d5d-84fc-d80ed39daf4b" providerId="ADAL" clId="{6D8A0429-0C60-442C-860E-97E7DCF9EA6D}" dt="2024-02-28T11:19:32.092" v="2833"/>
        <pc:sldMkLst>
          <pc:docMk/>
          <pc:sldMk cId="319891174" sldId="307"/>
        </pc:sldMkLst>
      </pc:sldChg>
      <pc:sldChg chg="delSp modSp new mod">
        <pc:chgData name="Jack Sutton" userId="ff762cc7-8b85-4d5d-84fc-d80ed39daf4b" providerId="ADAL" clId="{6D8A0429-0C60-442C-860E-97E7DCF9EA6D}" dt="2024-02-22T14:51:18.695" v="1754" actId="27636"/>
        <pc:sldMkLst>
          <pc:docMk/>
          <pc:sldMk cId="3962588424" sldId="308"/>
        </pc:sldMkLst>
      </pc:sldChg>
      <pc:sldChg chg="delSp modSp new mod">
        <pc:chgData name="Jack Sutton" userId="ff762cc7-8b85-4d5d-84fc-d80ed39daf4b" providerId="ADAL" clId="{6D8A0429-0C60-442C-860E-97E7DCF9EA6D}" dt="2024-02-22T14:52:05.398" v="1772" actId="5793"/>
        <pc:sldMkLst>
          <pc:docMk/>
          <pc:sldMk cId="1218374073" sldId="309"/>
        </pc:sldMkLst>
      </pc:sldChg>
      <pc:sldChg chg="delSp modSp new mod">
        <pc:chgData name="Jack Sutton" userId="ff762cc7-8b85-4d5d-84fc-d80ed39daf4b" providerId="ADAL" clId="{6D8A0429-0C60-442C-860E-97E7DCF9EA6D}" dt="2024-02-28T11:20:56.993" v="2834"/>
        <pc:sldMkLst>
          <pc:docMk/>
          <pc:sldMk cId="2599900130" sldId="310"/>
        </pc:sldMkLst>
      </pc:sldChg>
      <pc:sldChg chg="delSp modSp new mod">
        <pc:chgData name="Jack Sutton" userId="ff762cc7-8b85-4d5d-84fc-d80ed39daf4b" providerId="ADAL" clId="{6D8A0429-0C60-442C-860E-97E7DCF9EA6D}" dt="2024-02-28T11:22:35.293" v="2841" actId="27636"/>
        <pc:sldMkLst>
          <pc:docMk/>
          <pc:sldMk cId="2462341719" sldId="311"/>
        </pc:sldMkLst>
      </pc:sldChg>
      <pc:sldChg chg="addSp delSp modSp new mod">
        <pc:chgData name="Jack Sutton" userId="ff762cc7-8b85-4d5d-84fc-d80ed39daf4b" providerId="ADAL" clId="{6D8A0429-0C60-442C-860E-97E7DCF9EA6D}" dt="2024-02-22T14:56:03.928" v="1835" actId="255"/>
        <pc:sldMkLst>
          <pc:docMk/>
          <pc:sldMk cId="757967281" sldId="312"/>
        </pc:sldMkLst>
      </pc:sldChg>
      <pc:sldChg chg="delSp modSp new mod">
        <pc:chgData name="Jack Sutton" userId="ff762cc7-8b85-4d5d-84fc-d80ed39daf4b" providerId="ADAL" clId="{6D8A0429-0C60-442C-860E-97E7DCF9EA6D}" dt="2024-02-22T14:57:47.513" v="1853" actId="20577"/>
        <pc:sldMkLst>
          <pc:docMk/>
          <pc:sldMk cId="582851790" sldId="313"/>
        </pc:sldMkLst>
      </pc:sldChg>
      <pc:sldChg chg="new del">
        <pc:chgData name="Jack Sutton" userId="ff762cc7-8b85-4d5d-84fc-d80ed39daf4b" providerId="ADAL" clId="{6D8A0429-0C60-442C-860E-97E7DCF9EA6D}" dt="2024-02-22T14:58:49.935" v="1854" actId="47"/>
        <pc:sldMkLst>
          <pc:docMk/>
          <pc:sldMk cId="799422124" sldId="314"/>
        </pc:sldMkLst>
      </pc:sldChg>
      <pc:sldChg chg="delSp modSp new mod">
        <pc:chgData name="Jack Sutton" userId="ff762cc7-8b85-4d5d-84fc-d80ed39daf4b" providerId="ADAL" clId="{6D8A0429-0C60-442C-860E-97E7DCF9EA6D}" dt="2024-02-28T10:50:36.790" v="2823" actId="20577"/>
        <pc:sldMkLst>
          <pc:docMk/>
          <pc:sldMk cId="3011422149" sldId="314"/>
        </pc:sldMkLst>
      </pc:sldChg>
      <pc:sldChg chg="delSp modSp new mod">
        <pc:chgData name="Jack Sutton" userId="ff762cc7-8b85-4d5d-84fc-d80ed39daf4b" providerId="ADAL" clId="{6D8A0429-0C60-442C-860E-97E7DCF9EA6D}" dt="2024-02-28T10:50:50.512" v="2824" actId="115"/>
        <pc:sldMkLst>
          <pc:docMk/>
          <pc:sldMk cId="153175725" sldId="315"/>
        </pc:sldMkLst>
      </pc:sldChg>
      <pc:sldChg chg="modSp add mod">
        <pc:chgData name="Jack Sutton" userId="ff762cc7-8b85-4d5d-84fc-d80ed39daf4b" providerId="ADAL" clId="{6D8A0429-0C60-442C-860E-97E7DCF9EA6D}" dt="2024-02-23T14:28:27.678" v="2766" actId="20577"/>
        <pc:sldMkLst>
          <pc:docMk/>
          <pc:sldMk cId="1161040316" sldId="316"/>
        </pc:sldMkLst>
      </pc:sldChg>
    </pc:docChg>
  </pc:docChgLst>
  <pc:docChgLst>
    <pc:chgData name="Jack Sutton" userId="ff762cc7-8b85-4d5d-84fc-d80ed39daf4b" providerId="ADAL" clId="{D4E8494D-2779-4F94-B8C7-8ED2DDCB621F}"/>
    <pc:docChg chg="undo redo custSel addSld modSld modMainMaster">
      <pc:chgData name="Jack Sutton" userId="ff762cc7-8b85-4d5d-84fc-d80ed39daf4b" providerId="ADAL" clId="{D4E8494D-2779-4F94-B8C7-8ED2DDCB621F}" dt="2024-11-18T10:50:54.396" v="855"/>
      <pc:docMkLst>
        <pc:docMk/>
      </pc:docMkLst>
      <pc:sldChg chg="modSp mod">
        <pc:chgData name="Jack Sutton" userId="ff762cc7-8b85-4d5d-84fc-d80ed39daf4b" providerId="ADAL" clId="{D4E8494D-2779-4F94-B8C7-8ED2DDCB621F}" dt="2024-11-18T09:47:18.902" v="32" actId="27636"/>
        <pc:sldMkLst>
          <pc:docMk/>
          <pc:sldMk cId="2454507453" sldId="256"/>
        </pc:sldMkLst>
      </pc:sldChg>
      <pc:sldChg chg="addSp modSp mod">
        <pc:chgData name="Jack Sutton" userId="ff762cc7-8b85-4d5d-84fc-d80ed39daf4b" providerId="ADAL" clId="{D4E8494D-2779-4F94-B8C7-8ED2DDCB621F}" dt="2024-11-18T09:52:02.727" v="81" actId="1076"/>
        <pc:sldMkLst>
          <pc:docMk/>
          <pc:sldMk cId="2750726316" sldId="258"/>
        </pc:sldMkLst>
      </pc:sldChg>
      <pc:sldChg chg="modSp mod modTransition">
        <pc:chgData name="Jack Sutton" userId="ff762cc7-8b85-4d5d-84fc-d80ed39daf4b" providerId="ADAL" clId="{D4E8494D-2779-4F94-B8C7-8ED2DDCB621F}" dt="2024-11-18T09:49:52.110" v="57" actId="20577"/>
        <pc:sldMkLst>
          <pc:docMk/>
          <pc:sldMk cId="816577287" sldId="259"/>
        </pc:sldMkLst>
      </pc:sldChg>
      <pc:sldChg chg="addSp modSp mod">
        <pc:chgData name="Jack Sutton" userId="ff762cc7-8b85-4d5d-84fc-d80ed39daf4b" providerId="ADAL" clId="{D4E8494D-2779-4F94-B8C7-8ED2DDCB621F}" dt="2024-11-18T09:52:43.440" v="101" actId="1076"/>
        <pc:sldMkLst>
          <pc:docMk/>
          <pc:sldMk cId="347065988" sldId="260"/>
        </pc:sldMkLst>
      </pc:sldChg>
      <pc:sldChg chg="modSp mod">
        <pc:chgData name="Jack Sutton" userId="ff762cc7-8b85-4d5d-84fc-d80ed39daf4b" providerId="ADAL" clId="{D4E8494D-2779-4F94-B8C7-8ED2DDCB621F}" dt="2024-11-18T09:56:10.003" v="145" actId="2711"/>
        <pc:sldMkLst>
          <pc:docMk/>
          <pc:sldMk cId="625311716" sldId="263"/>
        </pc:sldMkLst>
      </pc:sldChg>
      <pc:sldChg chg="addSp delSp modSp mod">
        <pc:chgData name="Jack Sutton" userId="ff762cc7-8b85-4d5d-84fc-d80ed39daf4b" providerId="ADAL" clId="{D4E8494D-2779-4F94-B8C7-8ED2DDCB621F}" dt="2024-11-18T10:46:44.343" v="828" actId="478"/>
        <pc:sldMkLst>
          <pc:docMk/>
          <pc:sldMk cId="240707191" sldId="264"/>
        </pc:sldMkLst>
      </pc:sldChg>
      <pc:sldChg chg="addSp modSp mod">
        <pc:chgData name="Jack Sutton" userId="ff762cc7-8b85-4d5d-84fc-d80ed39daf4b" providerId="ADAL" clId="{D4E8494D-2779-4F94-B8C7-8ED2DDCB621F}" dt="2024-11-18T10:47:02.446" v="832" actId="20577"/>
        <pc:sldMkLst>
          <pc:docMk/>
          <pc:sldMk cId="3984174763" sldId="265"/>
        </pc:sldMkLst>
      </pc:sldChg>
      <pc:sldChg chg="addSp modSp mod">
        <pc:chgData name="Jack Sutton" userId="ff762cc7-8b85-4d5d-84fc-d80ed39daf4b" providerId="ADAL" clId="{D4E8494D-2779-4F94-B8C7-8ED2DDCB621F}" dt="2024-11-18T10:46:59.381" v="831" actId="20577"/>
        <pc:sldMkLst>
          <pc:docMk/>
          <pc:sldMk cId="2331296227" sldId="266"/>
        </pc:sldMkLst>
      </pc:sldChg>
      <pc:sldChg chg="addSp modSp mod">
        <pc:chgData name="Jack Sutton" userId="ff762cc7-8b85-4d5d-84fc-d80ed39daf4b" providerId="ADAL" clId="{D4E8494D-2779-4F94-B8C7-8ED2DDCB621F}" dt="2024-11-18T10:47:08.134" v="834" actId="14100"/>
        <pc:sldMkLst>
          <pc:docMk/>
          <pc:sldMk cId="928918669" sldId="267"/>
        </pc:sldMkLst>
      </pc:sldChg>
      <pc:sldChg chg="addSp modSp mod">
        <pc:chgData name="Jack Sutton" userId="ff762cc7-8b85-4d5d-84fc-d80ed39daf4b" providerId="ADAL" clId="{D4E8494D-2779-4F94-B8C7-8ED2DDCB621F}" dt="2024-11-18T10:47:12.609" v="836" actId="14100"/>
        <pc:sldMkLst>
          <pc:docMk/>
          <pc:sldMk cId="739631742" sldId="268"/>
        </pc:sldMkLst>
      </pc:sldChg>
      <pc:sldChg chg="modSp mod">
        <pc:chgData name="Jack Sutton" userId="ff762cc7-8b85-4d5d-84fc-d80ed39daf4b" providerId="ADAL" clId="{D4E8494D-2779-4F94-B8C7-8ED2DDCB621F}" dt="2024-11-18T09:56:38.581" v="150" actId="2711"/>
        <pc:sldMkLst>
          <pc:docMk/>
          <pc:sldMk cId="3444148502" sldId="269"/>
        </pc:sldMkLst>
      </pc:sldChg>
      <pc:sldChg chg="modSp mod">
        <pc:chgData name="Jack Sutton" userId="ff762cc7-8b85-4d5d-84fc-d80ed39daf4b" providerId="ADAL" clId="{D4E8494D-2779-4F94-B8C7-8ED2DDCB621F}" dt="2024-11-18T09:56:48.091" v="152" actId="2711"/>
        <pc:sldMkLst>
          <pc:docMk/>
          <pc:sldMk cId="2964322110" sldId="270"/>
        </pc:sldMkLst>
      </pc:sldChg>
      <pc:sldChg chg="modSp mod">
        <pc:chgData name="Jack Sutton" userId="ff762cc7-8b85-4d5d-84fc-d80ed39daf4b" providerId="ADAL" clId="{D4E8494D-2779-4F94-B8C7-8ED2DDCB621F}" dt="2024-11-18T09:57:06.874" v="158" actId="20577"/>
        <pc:sldMkLst>
          <pc:docMk/>
          <pc:sldMk cId="2478305602" sldId="271"/>
        </pc:sldMkLst>
      </pc:sldChg>
      <pc:sldChg chg="addSp modSp mod">
        <pc:chgData name="Jack Sutton" userId="ff762cc7-8b85-4d5d-84fc-d80ed39daf4b" providerId="ADAL" clId="{D4E8494D-2779-4F94-B8C7-8ED2DDCB621F}" dt="2024-11-18T10:47:30.185" v="837" actId="1076"/>
        <pc:sldMkLst>
          <pc:docMk/>
          <pc:sldMk cId="3962068338" sldId="272"/>
        </pc:sldMkLst>
      </pc:sldChg>
      <pc:sldChg chg="modSp mod">
        <pc:chgData name="Jack Sutton" userId="ff762cc7-8b85-4d5d-84fc-d80ed39daf4b" providerId="ADAL" clId="{D4E8494D-2779-4F94-B8C7-8ED2DDCB621F}" dt="2024-11-18T10:47:40.953" v="840" actId="122"/>
        <pc:sldMkLst>
          <pc:docMk/>
          <pc:sldMk cId="4176050101" sldId="273"/>
        </pc:sldMkLst>
      </pc:sldChg>
      <pc:sldChg chg="modSp mod">
        <pc:chgData name="Jack Sutton" userId="ff762cc7-8b85-4d5d-84fc-d80ed39daf4b" providerId="ADAL" clId="{D4E8494D-2779-4F94-B8C7-8ED2DDCB621F}" dt="2024-11-18T10:50:38.186" v="852"/>
        <pc:sldMkLst>
          <pc:docMk/>
          <pc:sldMk cId="2531653049" sldId="274"/>
        </pc:sldMkLst>
      </pc:sldChg>
      <pc:sldChg chg="modSp mod">
        <pc:chgData name="Jack Sutton" userId="ff762cc7-8b85-4d5d-84fc-d80ed39daf4b" providerId="ADAL" clId="{D4E8494D-2779-4F94-B8C7-8ED2DDCB621F}" dt="2024-11-18T10:50:43.878" v="853"/>
        <pc:sldMkLst>
          <pc:docMk/>
          <pc:sldMk cId="769229089" sldId="275"/>
        </pc:sldMkLst>
      </pc:sldChg>
      <pc:sldChg chg="delSp modSp mod">
        <pc:chgData name="Jack Sutton" userId="ff762cc7-8b85-4d5d-84fc-d80ed39daf4b" providerId="ADAL" clId="{D4E8494D-2779-4F94-B8C7-8ED2DDCB621F}" dt="2024-11-18T10:50:47.751" v="854"/>
        <pc:sldMkLst>
          <pc:docMk/>
          <pc:sldMk cId="3966746245" sldId="276"/>
        </pc:sldMkLst>
      </pc:sldChg>
      <pc:sldChg chg="modSp mod">
        <pc:chgData name="Jack Sutton" userId="ff762cc7-8b85-4d5d-84fc-d80ed39daf4b" providerId="ADAL" clId="{D4E8494D-2779-4F94-B8C7-8ED2DDCB621F}" dt="2024-11-18T10:01:19.757" v="229" actId="20577"/>
        <pc:sldMkLst>
          <pc:docMk/>
          <pc:sldMk cId="2724957374" sldId="277"/>
        </pc:sldMkLst>
      </pc:sldChg>
      <pc:sldChg chg="addSp modSp mod">
        <pc:chgData name="Jack Sutton" userId="ff762cc7-8b85-4d5d-84fc-d80ed39daf4b" providerId="ADAL" clId="{D4E8494D-2779-4F94-B8C7-8ED2DDCB621F}" dt="2024-11-18T10:03:57.861" v="322" actId="1036"/>
        <pc:sldMkLst>
          <pc:docMk/>
          <pc:sldMk cId="587892205" sldId="278"/>
        </pc:sldMkLst>
      </pc:sldChg>
      <pc:sldChg chg="addSp modSp mod">
        <pc:chgData name="Jack Sutton" userId="ff762cc7-8b85-4d5d-84fc-d80ed39daf4b" providerId="ADAL" clId="{D4E8494D-2779-4F94-B8C7-8ED2DDCB621F}" dt="2024-11-18T10:24:30.919" v="464" actId="1076"/>
        <pc:sldMkLst>
          <pc:docMk/>
          <pc:sldMk cId="4248598339" sldId="279"/>
        </pc:sldMkLst>
      </pc:sldChg>
      <pc:sldChg chg="modSp mod">
        <pc:chgData name="Jack Sutton" userId="ff762cc7-8b85-4d5d-84fc-d80ed39daf4b" providerId="ADAL" clId="{D4E8494D-2779-4F94-B8C7-8ED2DDCB621F}" dt="2024-11-18T10:04:27.652" v="324" actId="20577"/>
        <pc:sldMkLst>
          <pc:docMk/>
          <pc:sldMk cId="252312325" sldId="280"/>
        </pc:sldMkLst>
      </pc:sldChg>
      <pc:sldChg chg="addSp modSp mod">
        <pc:chgData name="Jack Sutton" userId="ff762cc7-8b85-4d5d-84fc-d80ed39daf4b" providerId="ADAL" clId="{D4E8494D-2779-4F94-B8C7-8ED2DDCB621F}" dt="2024-11-18T10:05:33.307" v="369" actId="1076"/>
        <pc:sldMkLst>
          <pc:docMk/>
          <pc:sldMk cId="944117951" sldId="281"/>
        </pc:sldMkLst>
      </pc:sldChg>
      <pc:sldChg chg="addSp delSp modSp mod">
        <pc:chgData name="Jack Sutton" userId="ff762cc7-8b85-4d5d-84fc-d80ed39daf4b" providerId="ADAL" clId="{D4E8494D-2779-4F94-B8C7-8ED2DDCB621F}" dt="2024-11-18T10:07:12.062" v="396" actId="20577"/>
        <pc:sldMkLst>
          <pc:docMk/>
          <pc:sldMk cId="2562504833" sldId="282"/>
        </pc:sldMkLst>
      </pc:sldChg>
      <pc:sldChg chg="modSp mod">
        <pc:chgData name="Jack Sutton" userId="ff762cc7-8b85-4d5d-84fc-d80ed39daf4b" providerId="ADAL" clId="{D4E8494D-2779-4F94-B8C7-8ED2DDCB621F}" dt="2024-11-18T10:07:52.174" v="397" actId="2711"/>
        <pc:sldMkLst>
          <pc:docMk/>
          <pc:sldMk cId="1756583372" sldId="283"/>
        </pc:sldMkLst>
      </pc:sldChg>
      <pc:sldChg chg="modSp mod">
        <pc:chgData name="Jack Sutton" userId="ff762cc7-8b85-4d5d-84fc-d80ed39daf4b" providerId="ADAL" clId="{D4E8494D-2779-4F94-B8C7-8ED2DDCB621F}" dt="2024-11-18T10:08:13.266" v="403" actId="14100"/>
        <pc:sldMkLst>
          <pc:docMk/>
          <pc:sldMk cId="840074691" sldId="284"/>
        </pc:sldMkLst>
      </pc:sldChg>
      <pc:sldChg chg="addSp modSp mod">
        <pc:chgData name="Jack Sutton" userId="ff762cc7-8b85-4d5d-84fc-d80ed39daf4b" providerId="ADAL" clId="{D4E8494D-2779-4F94-B8C7-8ED2DDCB621F}" dt="2024-11-18T10:21:44.073" v="423" actId="20577"/>
        <pc:sldMkLst>
          <pc:docMk/>
          <pc:sldMk cId="1688446321" sldId="285"/>
        </pc:sldMkLst>
      </pc:sldChg>
      <pc:sldChg chg="modSp mod">
        <pc:chgData name="Jack Sutton" userId="ff762cc7-8b85-4d5d-84fc-d80ed39daf4b" providerId="ADAL" clId="{D4E8494D-2779-4F94-B8C7-8ED2DDCB621F}" dt="2024-11-18T10:25:01.155" v="466" actId="1076"/>
        <pc:sldMkLst>
          <pc:docMk/>
          <pc:sldMk cId="1874095056" sldId="286"/>
        </pc:sldMkLst>
      </pc:sldChg>
      <pc:sldChg chg="modSp">
        <pc:chgData name="Jack Sutton" userId="ff762cc7-8b85-4d5d-84fc-d80ed39daf4b" providerId="ADAL" clId="{D4E8494D-2779-4F94-B8C7-8ED2DDCB621F}" dt="2024-11-18T10:25:11.116" v="467" actId="2711"/>
        <pc:sldMkLst>
          <pc:docMk/>
          <pc:sldMk cId="1825455878" sldId="287"/>
        </pc:sldMkLst>
      </pc:sldChg>
      <pc:sldChg chg="modSp mod">
        <pc:chgData name="Jack Sutton" userId="ff762cc7-8b85-4d5d-84fc-d80ed39daf4b" providerId="ADAL" clId="{D4E8494D-2779-4F94-B8C7-8ED2DDCB621F}" dt="2024-11-18T10:48:46.407" v="841"/>
        <pc:sldMkLst>
          <pc:docMk/>
          <pc:sldMk cId="1674316625" sldId="288"/>
        </pc:sldMkLst>
      </pc:sldChg>
      <pc:sldChg chg="modSp mod">
        <pc:chgData name="Jack Sutton" userId="ff762cc7-8b85-4d5d-84fc-d80ed39daf4b" providerId="ADAL" clId="{D4E8494D-2779-4F94-B8C7-8ED2DDCB621F}" dt="2024-11-18T10:31:32.927" v="613" actId="20577"/>
        <pc:sldMkLst>
          <pc:docMk/>
          <pc:sldMk cId="2991536755" sldId="289"/>
        </pc:sldMkLst>
      </pc:sldChg>
      <pc:sldChg chg="modSp mod">
        <pc:chgData name="Jack Sutton" userId="ff762cc7-8b85-4d5d-84fc-d80ed39daf4b" providerId="ADAL" clId="{D4E8494D-2779-4F94-B8C7-8ED2DDCB621F}" dt="2024-11-18T10:49:08.515" v="846" actId="20577"/>
        <pc:sldMkLst>
          <pc:docMk/>
          <pc:sldMk cId="2590802176" sldId="290"/>
        </pc:sldMkLst>
      </pc:sldChg>
      <pc:sldChg chg="addSp modSp mod">
        <pc:chgData name="Jack Sutton" userId="ff762cc7-8b85-4d5d-84fc-d80ed39daf4b" providerId="ADAL" clId="{D4E8494D-2779-4F94-B8C7-8ED2DDCB621F}" dt="2024-11-18T10:28:59.333" v="565" actId="14100"/>
        <pc:sldMkLst>
          <pc:docMk/>
          <pc:sldMk cId="2310073358" sldId="291"/>
        </pc:sldMkLst>
      </pc:sldChg>
      <pc:sldChg chg="addSp modSp mod">
        <pc:chgData name="Jack Sutton" userId="ff762cc7-8b85-4d5d-84fc-d80ed39daf4b" providerId="ADAL" clId="{D4E8494D-2779-4F94-B8C7-8ED2DDCB621F}" dt="2024-11-18T10:29:27.343" v="588" actId="2711"/>
        <pc:sldMkLst>
          <pc:docMk/>
          <pc:sldMk cId="1813281147" sldId="292"/>
        </pc:sldMkLst>
      </pc:sldChg>
      <pc:sldChg chg="modSp mod">
        <pc:chgData name="Jack Sutton" userId="ff762cc7-8b85-4d5d-84fc-d80ed39daf4b" providerId="ADAL" clId="{D4E8494D-2779-4F94-B8C7-8ED2DDCB621F}" dt="2024-11-18T10:31:38.465" v="621" actId="20577"/>
        <pc:sldMkLst>
          <pc:docMk/>
          <pc:sldMk cId="2637842126" sldId="293"/>
        </pc:sldMkLst>
      </pc:sldChg>
      <pc:sldChg chg="addSp modSp mod">
        <pc:chgData name="Jack Sutton" userId="ff762cc7-8b85-4d5d-84fc-d80ed39daf4b" providerId="ADAL" clId="{D4E8494D-2779-4F94-B8C7-8ED2DDCB621F}" dt="2024-11-18T10:29:55.576" v="592" actId="2711"/>
        <pc:sldMkLst>
          <pc:docMk/>
          <pc:sldMk cId="3606373028" sldId="294"/>
        </pc:sldMkLst>
      </pc:sldChg>
      <pc:sldChg chg="modSp">
        <pc:chgData name="Jack Sutton" userId="ff762cc7-8b85-4d5d-84fc-d80ed39daf4b" providerId="ADAL" clId="{D4E8494D-2779-4F94-B8C7-8ED2DDCB621F}" dt="2024-11-18T10:30:38.432" v="595" actId="2711"/>
        <pc:sldMkLst>
          <pc:docMk/>
          <pc:sldMk cId="1121569790" sldId="295"/>
        </pc:sldMkLst>
      </pc:sldChg>
      <pc:sldChg chg="modSp mod">
        <pc:chgData name="Jack Sutton" userId="ff762cc7-8b85-4d5d-84fc-d80ed39daf4b" providerId="ADAL" clId="{D4E8494D-2779-4F94-B8C7-8ED2DDCB621F}" dt="2024-11-18T10:30:57.250" v="597" actId="20577"/>
        <pc:sldMkLst>
          <pc:docMk/>
          <pc:sldMk cId="2889382840" sldId="296"/>
        </pc:sldMkLst>
      </pc:sldChg>
      <pc:sldChg chg="modSp mod">
        <pc:chgData name="Jack Sutton" userId="ff762cc7-8b85-4d5d-84fc-d80ed39daf4b" providerId="ADAL" clId="{D4E8494D-2779-4F94-B8C7-8ED2DDCB621F}" dt="2024-11-18T10:31:11.525" v="599" actId="20577"/>
        <pc:sldMkLst>
          <pc:docMk/>
          <pc:sldMk cId="2652733231" sldId="297"/>
        </pc:sldMkLst>
      </pc:sldChg>
      <pc:sldChg chg="modSp mod">
        <pc:chgData name="Jack Sutton" userId="ff762cc7-8b85-4d5d-84fc-d80ed39daf4b" providerId="ADAL" clId="{D4E8494D-2779-4F94-B8C7-8ED2DDCB621F}" dt="2024-11-18T10:31:48.131" v="630" actId="2711"/>
        <pc:sldMkLst>
          <pc:docMk/>
          <pc:sldMk cId="3637382832" sldId="298"/>
        </pc:sldMkLst>
      </pc:sldChg>
      <pc:sldChg chg="addSp delSp modSp mod">
        <pc:chgData name="Jack Sutton" userId="ff762cc7-8b85-4d5d-84fc-d80ed39daf4b" providerId="ADAL" clId="{D4E8494D-2779-4F94-B8C7-8ED2DDCB621F}" dt="2024-11-18T10:32:52.938" v="658" actId="20577"/>
        <pc:sldMkLst>
          <pc:docMk/>
          <pc:sldMk cId="2638535509" sldId="299"/>
        </pc:sldMkLst>
      </pc:sldChg>
      <pc:sldChg chg="modSp mod">
        <pc:chgData name="Jack Sutton" userId="ff762cc7-8b85-4d5d-84fc-d80ed39daf4b" providerId="ADAL" clId="{D4E8494D-2779-4F94-B8C7-8ED2DDCB621F}" dt="2024-11-18T10:33:02.569" v="667" actId="2711"/>
        <pc:sldMkLst>
          <pc:docMk/>
          <pc:sldMk cId="3299515492" sldId="300"/>
        </pc:sldMkLst>
      </pc:sldChg>
      <pc:sldChg chg="modSp mod">
        <pc:chgData name="Jack Sutton" userId="ff762cc7-8b85-4d5d-84fc-d80ed39daf4b" providerId="ADAL" clId="{D4E8494D-2779-4F94-B8C7-8ED2DDCB621F}" dt="2024-11-18T10:33:24.392" v="672" actId="2711"/>
        <pc:sldMkLst>
          <pc:docMk/>
          <pc:sldMk cId="3003881705" sldId="301"/>
        </pc:sldMkLst>
      </pc:sldChg>
      <pc:sldChg chg="modSp mod">
        <pc:chgData name="Jack Sutton" userId="ff762cc7-8b85-4d5d-84fc-d80ed39daf4b" providerId="ADAL" clId="{D4E8494D-2779-4F94-B8C7-8ED2DDCB621F}" dt="2024-11-18T10:33:38.688" v="675" actId="2711"/>
        <pc:sldMkLst>
          <pc:docMk/>
          <pc:sldMk cId="3281513988" sldId="302"/>
        </pc:sldMkLst>
      </pc:sldChg>
      <pc:sldChg chg="addSp delSp modSp mod">
        <pc:chgData name="Jack Sutton" userId="ff762cc7-8b85-4d5d-84fc-d80ed39daf4b" providerId="ADAL" clId="{D4E8494D-2779-4F94-B8C7-8ED2DDCB621F}" dt="2024-11-18T10:49:45.294" v="848" actId="20577"/>
        <pc:sldMkLst>
          <pc:docMk/>
          <pc:sldMk cId="1250938275" sldId="303"/>
        </pc:sldMkLst>
      </pc:sldChg>
      <pc:sldChg chg="addSp modSp mod">
        <pc:chgData name="Jack Sutton" userId="ff762cc7-8b85-4d5d-84fc-d80ed39daf4b" providerId="ADAL" clId="{D4E8494D-2779-4F94-B8C7-8ED2DDCB621F}" dt="2024-11-18T10:34:35.940" v="704" actId="2711"/>
        <pc:sldMkLst>
          <pc:docMk/>
          <pc:sldMk cId="1787214008" sldId="304"/>
        </pc:sldMkLst>
      </pc:sldChg>
      <pc:sldChg chg="modSp">
        <pc:chgData name="Jack Sutton" userId="ff762cc7-8b85-4d5d-84fc-d80ed39daf4b" providerId="ADAL" clId="{D4E8494D-2779-4F94-B8C7-8ED2DDCB621F}" dt="2024-11-18T10:34:57.841" v="706" actId="2711"/>
        <pc:sldMkLst>
          <pc:docMk/>
          <pc:sldMk cId="1315304633" sldId="305"/>
        </pc:sldMkLst>
      </pc:sldChg>
      <pc:sldChg chg="addSp modSp mod">
        <pc:chgData name="Jack Sutton" userId="ff762cc7-8b85-4d5d-84fc-d80ed39daf4b" providerId="ADAL" clId="{D4E8494D-2779-4F94-B8C7-8ED2DDCB621F}" dt="2024-11-18T10:35:48.788" v="734" actId="20577"/>
        <pc:sldMkLst>
          <pc:docMk/>
          <pc:sldMk cId="1776919711" sldId="306"/>
        </pc:sldMkLst>
      </pc:sldChg>
      <pc:sldChg chg="addSp modSp mod">
        <pc:chgData name="Jack Sutton" userId="ff762cc7-8b85-4d5d-84fc-d80ed39daf4b" providerId="ADAL" clId="{D4E8494D-2779-4F94-B8C7-8ED2DDCB621F}" dt="2024-11-18T10:36:11.260" v="740" actId="2711"/>
        <pc:sldMkLst>
          <pc:docMk/>
          <pc:sldMk cId="319891174" sldId="307"/>
        </pc:sldMkLst>
      </pc:sldChg>
      <pc:sldChg chg="addSp delSp modSp mod">
        <pc:chgData name="Jack Sutton" userId="ff762cc7-8b85-4d5d-84fc-d80ed39daf4b" providerId="ADAL" clId="{D4E8494D-2779-4F94-B8C7-8ED2DDCB621F}" dt="2024-11-18T10:37:47.307" v="758"/>
        <pc:sldMkLst>
          <pc:docMk/>
          <pc:sldMk cId="3962588424" sldId="308"/>
        </pc:sldMkLst>
      </pc:sldChg>
      <pc:sldChg chg="addSp modSp mod">
        <pc:chgData name="Jack Sutton" userId="ff762cc7-8b85-4d5d-84fc-d80ed39daf4b" providerId="ADAL" clId="{D4E8494D-2779-4F94-B8C7-8ED2DDCB621F}" dt="2024-11-18T10:38:19.380" v="778" actId="2711"/>
        <pc:sldMkLst>
          <pc:docMk/>
          <pc:sldMk cId="1218374073" sldId="309"/>
        </pc:sldMkLst>
      </pc:sldChg>
      <pc:sldChg chg="addSp modSp mod">
        <pc:chgData name="Jack Sutton" userId="ff762cc7-8b85-4d5d-84fc-d80ed39daf4b" providerId="ADAL" clId="{D4E8494D-2779-4F94-B8C7-8ED2DDCB621F}" dt="2024-11-18T10:45:07.580" v="822" actId="14100"/>
        <pc:sldMkLst>
          <pc:docMk/>
          <pc:sldMk cId="2599900130" sldId="310"/>
        </pc:sldMkLst>
      </pc:sldChg>
      <pc:sldChg chg="addSp modSp mod">
        <pc:chgData name="Jack Sutton" userId="ff762cc7-8b85-4d5d-84fc-d80ed39daf4b" providerId="ADAL" clId="{D4E8494D-2779-4F94-B8C7-8ED2DDCB621F}" dt="2024-11-18T10:45:24.529" v="824" actId="2711"/>
        <pc:sldMkLst>
          <pc:docMk/>
          <pc:sldMk cId="2462341719" sldId="311"/>
        </pc:sldMkLst>
      </pc:sldChg>
      <pc:sldChg chg="modSp">
        <pc:chgData name="Jack Sutton" userId="ff762cc7-8b85-4d5d-84fc-d80ed39daf4b" providerId="ADAL" clId="{D4E8494D-2779-4F94-B8C7-8ED2DDCB621F}" dt="2024-11-18T10:40:00.020" v="799" actId="2711"/>
        <pc:sldMkLst>
          <pc:docMk/>
          <pc:sldMk cId="757967281" sldId="312"/>
        </pc:sldMkLst>
      </pc:sldChg>
      <pc:sldChg chg="addSp modSp mod">
        <pc:chgData name="Jack Sutton" userId="ff762cc7-8b85-4d5d-84fc-d80ed39daf4b" providerId="ADAL" clId="{D4E8494D-2779-4F94-B8C7-8ED2DDCB621F}" dt="2024-11-18T10:40:32.168" v="821" actId="20577"/>
        <pc:sldMkLst>
          <pc:docMk/>
          <pc:sldMk cId="582851790" sldId="313"/>
        </pc:sldMkLst>
      </pc:sldChg>
      <pc:sldChg chg="addSp modSp mod">
        <pc:chgData name="Jack Sutton" userId="ff762cc7-8b85-4d5d-84fc-d80ed39daf4b" providerId="ADAL" clId="{D4E8494D-2779-4F94-B8C7-8ED2DDCB621F}" dt="2024-11-18T10:26:09.275" v="502"/>
        <pc:sldMkLst>
          <pc:docMk/>
          <pc:sldMk cId="3011422149" sldId="314"/>
        </pc:sldMkLst>
      </pc:sldChg>
      <pc:sldChg chg="addSp modSp mod">
        <pc:chgData name="Jack Sutton" userId="ff762cc7-8b85-4d5d-84fc-d80ed39daf4b" providerId="ADAL" clId="{D4E8494D-2779-4F94-B8C7-8ED2DDCB621F}" dt="2024-11-18T10:26:42.689" v="524" actId="20577"/>
        <pc:sldMkLst>
          <pc:docMk/>
          <pc:sldMk cId="153175725" sldId="315"/>
        </pc:sldMkLst>
      </pc:sldChg>
      <pc:sldChg chg="addSp modSp mod">
        <pc:chgData name="Jack Sutton" userId="ff762cc7-8b85-4d5d-84fc-d80ed39daf4b" providerId="ADAL" clId="{D4E8494D-2779-4F94-B8C7-8ED2DDCB621F}" dt="2024-11-18T10:27:24.560" v="548" actId="20577"/>
        <pc:sldMkLst>
          <pc:docMk/>
          <pc:sldMk cId="1161040316" sldId="316"/>
        </pc:sldMkLst>
      </pc:sldChg>
      <pc:sldChg chg="addSp delSp modSp new mod">
        <pc:chgData name="Jack Sutton" userId="ff762cc7-8b85-4d5d-84fc-d80ed39daf4b" providerId="ADAL" clId="{D4E8494D-2779-4F94-B8C7-8ED2DDCB621F}" dt="2024-11-18T10:50:54.396" v="855"/>
        <pc:sldMkLst>
          <pc:docMk/>
          <pc:sldMk cId="586475667" sldId="317"/>
        </pc:sldMkLst>
      </pc:sldChg>
      <pc:sldChg chg="modSp new mod">
        <pc:chgData name="Jack Sutton" userId="ff762cc7-8b85-4d5d-84fc-d80ed39daf4b" providerId="ADAL" clId="{D4E8494D-2779-4F94-B8C7-8ED2DDCB621F}" dt="2024-11-18T10:45:34.199" v="827" actId="20577"/>
        <pc:sldMkLst>
          <pc:docMk/>
          <pc:sldMk cId="3545224890" sldId="318"/>
        </pc:sldMkLst>
      </pc:sldChg>
      <pc:sldMasterChg chg="modSldLayout">
        <pc:chgData name="Jack Sutton" userId="ff762cc7-8b85-4d5d-84fc-d80ed39daf4b" providerId="ADAL" clId="{D4E8494D-2779-4F94-B8C7-8ED2DDCB621F}" dt="2024-11-18T10:23:29.138" v="447" actId="404"/>
        <pc:sldMasterMkLst>
          <pc:docMk/>
          <pc:sldMasterMk cId="1555013266" sldId="2147483648"/>
        </pc:sldMasterMkLst>
        <pc:sldLayoutChg chg="modSp">
          <pc:chgData name="Jack Sutton" userId="ff762cc7-8b85-4d5d-84fc-d80ed39daf4b" providerId="ADAL" clId="{D4E8494D-2779-4F94-B8C7-8ED2DDCB621F}" dt="2024-11-18T09:46:19.299" v="9" actId="403"/>
          <pc:sldLayoutMkLst>
            <pc:docMk/>
            <pc:sldMasterMk cId="1555013266" sldId="2147483648"/>
            <pc:sldLayoutMk cId="1480531847" sldId="2147483649"/>
          </pc:sldLayoutMkLst>
        </pc:sldLayoutChg>
        <pc:sldLayoutChg chg="modSp">
          <pc:chgData name="Jack Sutton" userId="ff762cc7-8b85-4d5d-84fc-d80ed39daf4b" providerId="ADAL" clId="{D4E8494D-2779-4F94-B8C7-8ED2DDCB621F}" dt="2024-11-18T10:23:17.818" v="438" actId="403"/>
          <pc:sldLayoutMkLst>
            <pc:docMk/>
            <pc:sldMasterMk cId="1555013266" sldId="2147483648"/>
            <pc:sldLayoutMk cId="37272469" sldId="2147483650"/>
          </pc:sldLayoutMkLst>
        </pc:sldLayoutChg>
        <pc:sldLayoutChg chg="modSp">
          <pc:chgData name="Jack Sutton" userId="ff762cc7-8b85-4d5d-84fc-d80ed39daf4b" providerId="ADAL" clId="{D4E8494D-2779-4F94-B8C7-8ED2DDCB621F}" dt="2024-11-18T10:23:21.367" v="441" actId="404"/>
          <pc:sldLayoutMkLst>
            <pc:docMk/>
            <pc:sldMasterMk cId="1555013266" sldId="2147483648"/>
            <pc:sldLayoutMk cId="423324540" sldId="2147483652"/>
          </pc:sldLayoutMkLst>
        </pc:sldLayoutChg>
        <pc:sldLayoutChg chg="modSp">
          <pc:chgData name="Jack Sutton" userId="ff762cc7-8b85-4d5d-84fc-d80ed39daf4b" providerId="ADAL" clId="{D4E8494D-2779-4F94-B8C7-8ED2DDCB621F}" dt="2024-11-18T10:23:25.380" v="444" actId="404"/>
          <pc:sldLayoutMkLst>
            <pc:docMk/>
            <pc:sldMasterMk cId="1555013266" sldId="2147483648"/>
            <pc:sldLayoutMk cId="4142282037" sldId="2147483653"/>
          </pc:sldLayoutMkLst>
        </pc:sldLayoutChg>
        <pc:sldLayoutChg chg="modSp">
          <pc:chgData name="Jack Sutton" userId="ff762cc7-8b85-4d5d-84fc-d80ed39daf4b" providerId="ADAL" clId="{D4E8494D-2779-4F94-B8C7-8ED2DDCB621F}" dt="2024-11-18T10:23:29.138" v="447" actId="404"/>
          <pc:sldLayoutMkLst>
            <pc:docMk/>
            <pc:sldMasterMk cId="1555013266" sldId="2147483648"/>
            <pc:sldLayoutMk cId="386232983" sldId="2147483654"/>
          </pc:sldLayoutMkLst>
        </pc:sldLayoutChg>
      </pc:sldMasterChg>
    </pc:docChg>
  </pc:docChgLst>
  <pc:docChgLst>
    <pc:chgData name="Jack Sutton" userId="ff762cc7-8b85-4d5d-84fc-d80ed39daf4b" providerId="ADAL" clId="{9B08B160-844E-43CA-A6A1-8C1B98E6725C}"/>
    <pc:docChg chg="custSel modSld">
      <pc:chgData name="Jack Sutton" userId="ff762cc7-8b85-4d5d-84fc-d80ed39daf4b" providerId="ADAL" clId="{9B08B160-844E-43CA-A6A1-8C1B98E6725C}" dt="2025-12-03T10:39:27.151" v="15" actId="478"/>
      <pc:docMkLst>
        <pc:docMk/>
      </pc:docMkLst>
      <pc:sldChg chg="addSp delSp modSp mod">
        <pc:chgData name="Jack Sutton" userId="ff762cc7-8b85-4d5d-84fc-d80ed39daf4b" providerId="ADAL" clId="{9B08B160-844E-43CA-A6A1-8C1B98E6725C}" dt="2025-12-03T10:39:27.151" v="15" actId="478"/>
        <pc:sldMkLst>
          <pc:docMk/>
          <pc:sldMk cId="2638535509" sldId="299"/>
        </pc:sldMkLst>
        <pc:picChg chg="add del mod">
          <ac:chgData name="Jack Sutton" userId="ff762cc7-8b85-4d5d-84fc-d80ed39daf4b" providerId="ADAL" clId="{9B08B160-844E-43CA-A6A1-8C1B98E6725C}" dt="2025-12-03T10:39:27.151" v="15" actId="478"/>
          <ac:picMkLst>
            <pc:docMk/>
            <pc:sldMk cId="2638535509" sldId="299"/>
            <ac:picMk id="4" creationId="{51D935E7-03FC-6448-46BB-9888C188ABAC}"/>
          </ac:picMkLst>
        </pc:picChg>
      </pc:sldChg>
      <pc:sldChg chg="modSp">
        <pc:chgData name="Jack Sutton" userId="ff762cc7-8b85-4d5d-84fc-d80ed39daf4b" providerId="ADAL" clId="{9B08B160-844E-43CA-A6A1-8C1B98E6725C}" dt="2025-12-03T10:35:29.562" v="12" actId="20577"/>
        <pc:sldMkLst>
          <pc:docMk/>
          <pc:sldMk cId="1787214008" sldId="304"/>
        </pc:sldMkLst>
        <pc:spChg chg="mod">
          <ac:chgData name="Jack Sutton" userId="ff762cc7-8b85-4d5d-84fc-d80ed39daf4b" providerId="ADAL" clId="{9B08B160-844E-43CA-A6A1-8C1B98E6725C}" dt="2025-12-03T10:35:29.562" v="12" actId="20577"/>
          <ac:spMkLst>
            <pc:docMk/>
            <pc:sldMk cId="1787214008" sldId="304"/>
            <ac:spMk id="3" creationId="{7FE9AD97-65A7-FC44-5AEC-5CED88CF99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D28A-B34E-C2D2-190E-89222EB0F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4AA95-382E-58DF-9766-6F268B413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F9D1E-A500-9EAF-366F-63EFE67E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21A3A-3AA1-86D0-CB2B-E84B11DE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898C-3B92-47F6-225D-BC58C073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53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9E08-BB6D-FBEB-EAE2-E8E40A8A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52131-6B58-3F06-772B-67FB42DCB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0"/>
              </a:spcBef>
              <a:spcAft>
                <a:spcPts val="12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0"/>
              </a:spcBef>
              <a:spcAft>
                <a:spcPts val="12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0"/>
              </a:spcBef>
              <a:spcAft>
                <a:spcPts val="1200"/>
              </a:spcAft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29617-5AB9-D585-7CBB-1B209D17C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E8FD8-EF37-C392-3022-370A4BA2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0A9C5-9CB2-77E5-0573-57BA9D1E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26B5-FEAD-9748-70D2-84EB37AD2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03E4D-70B7-5A81-18B5-CF16446C5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28472-3F44-234D-9559-FE3E2666A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7DF02-2788-B948-53A9-ECB80B26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38404-02C2-626B-C206-5FF855E1D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011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42A8-C903-1A82-FD9B-1CAF4AC4B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04A26-DC62-32B0-3A10-95096F523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3EF45-149D-2639-ADEF-5E84BA122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E5FDB-B3D3-010B-EA01-B9BF2578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FEAE1-B695-3290-25EA-F3B825C9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0BAE1-B581-193D-4EDF-E01F60DF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24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CC4C-638C-7A0D-6B10-0111177C2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B6EEA-ED54-277D-D39B-6BDB8CF6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37224-396F-BD98-93FE-641FCE3372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EF8AB-909F-C64C-B821-3E7BFEBF4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A432B5-3863-5BFB-F8F6-F9C038FDC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BC46CE-8931-8E49-772B-3CF4B45F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D67B6-0181-8607-D902-2300B03A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0CB2E1-4675-7CA5-1774-CC567D53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2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22AE-FDA0-4069-C493-A21012D1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8E763B-A61B-F2FB-2C20-ACF425099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753E82-AF5C-7B17-0C94-6E476F69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26603-65DB-5FE0-57CB-85A9F55E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3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EB612A-1F8F-31CA-A388-EF14625FE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BBAB22-7317-FD53-CD82-EC978772B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71B02-0F2E-573E-4E3D-0065EE4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375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F3D5-B52A-62FF-5555-D284985FA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A258D-A39E-5DCE-8AB4-82C985555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CCB80-B535-A5DD-8D4E-1859AFA47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98C8B-0B4D-2E95-6FD5-FF68F63E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6FBE7-052E-BFED-3869-769A3759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8FB02-C6BC-2F59-9511-D38C7B10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9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1D33F-BE4D-5B00-9C17-60A71E59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C4A83-61FD-CA2F-ABFD-57E03FF47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DF0A1-A15A-D79A-F018-095271D68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58D71-298B-9EBC-9B14-851AA421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DE394-7595-A1B2-A4F3-538AEBF57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A21D0-0482-D03F-6C9F-61FA1B17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45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DFC82-3A0D-D414-CFD0-D10FE980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8F091-7A54-42FC-32E6-9B83FBA3E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283B-2F55-C06D-19CC-1F480D5C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46A59-EF09-E37D-161B-BE00A047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702DA-9C22-5660-285D-475A5ADF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471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EB60F8-CD65-688F-7A8B-2B4924B4C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D973B-35E0-CA5E-EDA0-B5C8444EF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C4C61-CE1E-8667-7A86-1D5D1546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956D7-3A0E-0970-DC1C-F0D16837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808DF-0355-61B4-AC62-818651C0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464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625D8-2330-0FC0-7D7C-D99B6EAC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DEF7C-44D1-AE75-8F46-CEDD9A761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62B9A-6761-6023-43FB-B7190BB37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96E17-00AD-4C52-85C4-7C3AA1A340CB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05EE9-16D3-2A7D-C54B-F7E10278E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E2FCE-EC9E-E687-D965-D5F902779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0C001-8E62-4485-ACCA-BD594402C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01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5D88-55C3-E516-5A42-0B5220023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to Probability and Statistics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4CM521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4A49A-8C77-F9A6-B17C-A37E5D5EE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36544"/>
            <a:ext cx="9144000" cy="1655762"/>
          </a:xfrm>
        </p:spPr>
        <p:txBody>
          <a:bodyPr/>
          <a:lstStyle/>
          <a:p>
            <a:r>
              <a:rPr lang="en-GB" sz="5400" dirty="0"/>
              <a:t>Random Variables, expected values and probability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454507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FE37-8EEB-AFA8-C76B-76E6D92B8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D60E-A049-ED20-50B4-2703EE3B7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Random variables map possible outcomes to numerical values.</a:t>
            </a:r>
          </a:p>
          <a:p>
            <a:pPr>
              <a:lnSpc>
                <a:spcPct val="100000"/>
              </a:lnSpc>
            </a:pPr>
            <a:r>
              <a:rPr lang="en-GB" dirty="0"/>
              <a:t>Expected value is a measure representing the average of potential outcomes.</a:t>
            </a:r>
          </a:p>
          <a:p>
            <a:pPr>
              <a:lnSpc>
                <a:spcPct val="100000"/>
              </a:lnSpc>
            </a:pPr>
            <a:r>
              <a:rPr lang="en-GB" dirty="0"/>
              <a:t>Probability distributions present mathematical structure that quantify the likelihood of different outcomes for a given random variable.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71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A2806-98D0-7676-1E29-08CE6C083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79" y="3491888"/>
            <a:ext cx="2981960" cy="4966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dirty="0"/>
              <a:t>Heads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C0A3BF-DF88-2A31-41ED-3B272AC19E03}"/>
              </a:ext>
            </a:extLst>
          </p:cNvPr>
          <p:cNvSpPr/>
          <p:nvPr/>
        </p:nvSpPr>
        <p:spPr>
          <a:xfrm>
            <a:off x="381479" y="2210855"/>
            <a:ext cx="3464560" cy="450262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79A60A-9A77-23C3-4B0D-ECE1C9D57FEF}"/>
              </a:ext>
            </a:extLst>
          </p:cNvPr>
          <p:cNvSpPr/>
          <p:nvPr/>
        </p:nvSpPr>
        <p:spPr>
          <a:xfrm>
            <a:off x="8275799" y="2210855"/>
            <a:ext cx="3464560" cy="450262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0A8517-D63E-C749-8C88-5C28D0D61E26}"/>
              </a:ext>
            </a:extLst>
          </p:cNvPr>
          <p:cNvSpPr/>
          <p:nvPr/>
        </p:nvSpPr>
        <p:spPr>
          <a:xfrm>
            <a:off x="4328639" y="2210855"/>
            <a:ext cx="3464560" cy="450262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075DA2C-C5C3-C36C-2F89-318890C21168}"/>
              </a:ext>
            </a:extLst>
          </p:cNvPr>
          <p:cNvSpPr txBox="1">
            <a:spLocks/>
          </p:cNvSpPr>
          <p:nvPr/>
        </p:nvSpPr>
        <p:spPr>
          <a:xfrm>
            <a:off x="622779" y="4462168"/>
            <a:ext cx="2981960" cy="496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Tails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8E68BD5-45A4-9871-521B-E161A83475D1}"/>
              </a:ext>
            </a:extLst>
          </p:cNvPr>
          <p:cNvSpPr txBox="1">
            <a:spLocks/>
          </p:cNvSpPr>
          <p:nvPr/>
        </p:nvSpPr>
        <p:spPr>
          <a:xfrm>
            <a:off x="4569939" y="3496095"/>
            <a:ext cx="2981960" cy="496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DAB71F7-2D42-A342-A77C-3C2AF1EF2E67}"/>
              </a:ext>
            </a:extLst>
          </p:cNvPr>
          <p:cNvSpPr txBox="1">
            <a:spLocks/>
          </p:cNvSpPr>
          <p:nvPr/>
        </p:nvSpPr>
        <p:spPr>
          <a:xfrm>
            <a:off x="4569939" y="4462168"/>
            <a:ext cx="2981960" cy="496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FD6CC7-FC2C-EC4A-3640-D913F44C1150}"/>
              </a:ext>
            </a:extLst>
          </p:cNvPr>
          <p:cNvCxnSpPr>
            <a:cxnSpLocks/>
          </p:cNvCxnSpPr>
          <p:nvPr/>
        </p:nvCxnSpPr>
        <p:spPr>
          <a:xfrm>
            <a:off x="2670019" y="3740213"/>
            <a:ext cx="306578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362F50-04CE-7986-B978-C9C47D8E8778}"/>
              </a:ext>
            </a:extLst>
          </p:cNvPr>
          <p:cNvCxnSpPr>
            <a:cxnSpLocks/>
          </p:cNvCxnSpPr>
          <p:nvPr/>
        </p:nvCxnSpPr>
        <p:spPr>
          <a:xfrm>
            <a:off x="2670019" y="4710493"/>
            <a:ext cx="306578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19D332D-CB10-59B2-F728-5A7142D9B0F7}"/>
              </a:ext>
            </a:extLst>
          </p:cNvPr>
          <p:cNvSpPr txBox="1">
            <a:spLocks/>
          </p:cNvSpPr>
          <p:nvPr/>
        </p:nvSpPr>
        <p:spPr>
          <a:xfrm>
            <a:off x="8517099" y="4060570"/>
            <a:ext cx="2981960" cy="496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1/2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7530966-A369-3A0B-5218-7F4A8382A3AB}"/>
              </a:ext>
            </a:extLst>
          </p:cNvPr>
          <p:cNvCxnSpPr>
            <a:cxnSpLocks/>
          </p:cNvCxnSpPr>
          <p:nvPr/>
        </p:nvCxnSpPr>
        <p:spPr>
          <a:xfrm>
            <a:off x="6408899" y="3694771"/>
            <a:ext cx="3157220" cy="5379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B49420-B658-6670-8204-2493FDB64A01}"/>
              </a:ext>
            </a:extLst>
          </p:cNvPr>
          <p:cNvCxnSpPr>
            <a:cxnSpLocks/>
          </p:cNvCxnSpPr>
          <p:nvPr/>
        </p:nvCxnSpPr>
        <p:spPr>
          <a:xfrm flipV="1">
            <a:off x="6408899" y="4431371"/>
            <a:ext cx="3157220" cy="27074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C7C1030-83F6-23DB-94CA-3EF1C67E17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8994" y="1728572"/>
                <a:ext cx="2981960" cy="49665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anose="020B0604020202020204" pitchFamily="34" charset="0"/>
                  <a:buNone/>
                </a:pP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Sample space,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en-GB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Content Placeholder 2">
                <a:extLst>
                  <a:ext uri="{FF2B5EF4-FFF2-40B4-BE49-F238E27FC236}">
                    <a16:creationId xmlns:a16="http://schemas.microsoft.com/office/drawing/2014/main" id="{7C7C1030-83F6-23DB-94CA-3EF1C67E1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94" y="1728572"/>
                <a:ext cx="2981960" cy="496650"/>
              </a:xfrm>
              <a:prstGeom prst="rect">
                <a:avLst/>
              </a:prstGeom>
              <a:blipFill>
                <a:blip r:embed="rId2"/>
                <a:stretch>
                  <a:fillRect t="-16049" b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DB7E246-25C9-B89C-B421-43D5E8B0027A}"/>
              </a:ext>
            </a:extLst>
          </p:cNvPr>
          <p:cNvSpPr txBox="1">
            <a:spLocks/>
          </p:cNvSpPr>
          <p:nvPr/>
        </p:nvSpPr>
        <p:spPr>
          <a:xfrm>
            <a:off x="4569939" y="1641039"/>
            <a:ext cx="2981960" cy="496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Random Variable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87AC9D4-FBF0-EED3-632E-F203F9339B77}"/>
              </a:ext>
            </a:extLst>
          </p:cNvPr>
          <p:cNvSpPr txBox="1">
            <a:spLocks/>
          </p:cNvSpPr>
          <p:nvPr/>
        </p:nvSpPr>
        <p:spPr>
          <a:xfrm>
            <a:off x="8531046" y="1683408"/>
            <a:ext cx="2981960" cy="496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Probability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F961E-20BA-89D2-F8C9-9991E4AE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Introduction (continued)</a:t>
            </a:r>
          </a:p>
        </p:txBody>
      </p:sp>
    </p:spTree>
    <p:extLst>
      <p:ext uri="{BB962C8B-B14F-4D97-AF65-F5344CB8AC3E}">
        <p14:creationId xmlns:p14="http://schemas.microsoft.com/office/powerpoint/2010/main" val="2750726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E0B7-5495-4603-17FC-25BAC297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Notation and Principles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9AF6B1-C848-8593-F126-C838492391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2720"/>
                <a:ext cx="10515600" cy="505015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A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sample space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the set of all possible outcomes of an experiment.</a:t>
                </a:r>
                <a:endParaRPr lang="en-US" kern="100" dirty="0">
                  <a:latin typeface="Aptos" panose="020B00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An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event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a subset of the sample space.</a:t>
                </a:r>
                <a:endParaRPr lang="en-US" kern="100" dirty="0">
                  <a:effectLst/>
                  <a:latin typeface="Aptos" panose="020B00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A </a:t>
                </a:r>
                <a:r>
                  <a:rPr lang="en-US" kern="100" dirty="0">
                    <a:solidFill>
                      <a:srgbClr val="FF0000"/>
                    </a:solidFill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random variable (RV) </a:t>
                </a:r>
                <a:r>
                  <a:rPr lang="en-US" kern="100" dirty="0">
                    <a:solidFill>
                      <a:srgbClr val="000000"/>
                    </a:solidFill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is a function defined over the sample space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It assigns a real value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each possible outcome (event)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kern="100" dirty="0">
                  <a:latin typeface="Aptos" panose="020B00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Note: Capital letters refer to random variables and lower case letters to the particular value that a random variable can take.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9AF6B1-C848-8593-F126-C838492391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2720"/>
                <a:ext cx="10515600" cy="5050155"/>
              </a:xfrm>
              <a:blipFill>
                <a:blip r:embed="rId2"/>
                <a:stretch>
                  <a:fillRect l="-522" t="-3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657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78682-00E6-E034-02F5-8C75D3865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996"/>
            <a:ext cx="10515600" cy="1173193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ea typeface="Times New Roman" panose="02020603050405020304" pitchFamily="18" charset="0"/>
              </a:rPr>
              <a:t>Consider throwing two tetrahedral dice (or two throws of a single</a:t>
            </a:r>
            <a:r>
              <a:rPr lang="en-GB" kern="100" dirty="0">
                <a:ea typeface="Calibri" panose="020F0502020204030204" pitchFamily="34" charset="0"/>
              </a:rPr>
              <a:t> </a:t>
            </a:r>
            <a:r>
              <a:rPr lang="en-US" kern="100" dirty="0">
                <a:effectLst/>
                <a:ea typeface="Times New Roman" panose="02020603050405020304" pitchFamily="18" charset="0"/>
              </a:rPr>
              <a:t>tetrahedral die) and consider the following random variables all involving the face on</a:t>
            </a:r>
            <a:r>
              <a:rPr lang="en-GB" kern="100" dirty="0">
                <a:ea typeface="Calibri" panose="020F0502020204030204" pitchFamily="34" charset="0"/>
              </a:rPr>
              <a:t> </a:t>
            </a:r>
            <a:r>
              <a:rPr lang="en-US" kern="100" dirty="0">
                <a:effectLst/>
                <a:ea typeface="Times New Roman" panose="02020603050405020304" pitchFamily="18" charset="0"/>
              </a:rPr>
              <a:t>which the dice land. The various outcomes are:</a:t>
            </a:r>
            <a:endParaRPr lang="en-GB" kern="100" dirty="0">
              <a:effectLst/>
              <a:ea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F2A46D-E7B8-E8E2-4AE9-54C58416F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620"/>
          <a:stretch/>
        </p:blipFill>
        <p:spPr bwMode="auto">
          <a:xfrm>
            <a:off x="10567831" y="4678496"/>
            <a:ext cx="1624169" cy="181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C328FB-0274-9761-0E86-FEC37A274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236912"/>
              </p:ext>
            </p:extLst>
          </p:nvPr>
        </p:nvGraphicFramePr>
        <p:xfrm>
          <a:off x="838200" y="2826559"/>
          <a:ext cx="9600348" cy="31124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0058">
                  <a:extLst>
                    <a:ext uri="{9D8B030D-6E8A-4147-A177-3AD203B41FA5}">
                      <a16:colId xmlns:a16="http://schemas.microsoft.com/office/drawing/2014/main" val="3990471783"/>
                    </a:ext>
                  </a:extLst>
                </a:gridCol>
                <a:gridCol w="1600058">
                  <a:extLst>
                    <a:ext uri="{9D8B030D-6E8A-4147-A177-3AD203B41FA5}">
                      <a16:colId xmlns:a16="http://schemas.microsoft.com/office/drawing/2014/main" val="2142221230"/>
                    </a:ext>
                  </a:extLst>
                </a:gridCol>
                <a:gridCol w="1600058">
                  <a:extLst>
                    <a:ext uri="{9D8B030D-6E8A-4147-A177-3AD203B41FA5}">
                      <a16:colId xmlns:a16="http://schemas.microsoft.com/office/drawing/2014/main" val="4214460594"/>
                    </a:ext>
                  </a:extLst>
                </a:gridCol>
                <a:gridCol w="1600058">
                  <a:extLst>
                    <a:ext uri="{9D8B030D-6E8A-4147-A177-3AD203B41FA5}">
                      <a16:colId xmlns:a16="http://schemas.microsoft.com/office/drawing/2014/main" val="2626085646"/>
                    </a:ext>
                  </a:extLst>
                </a:gridCol>
                <a:gridCol w="1600058">
                  <a:extLst>
                    <a:ext uri="{9D8B030D-6E8A-4147-A177-3AD203B41FA5}">
                      <a16:colId xmlns:a16="http://schemas.microsoft.com/office/drawing/2014/main" val="2775372957"/>
                    </a:ext>
                  </a:extLst>
                </a:gridCol>
                <a:gridCol w="1600058">
                  <a:extLst>
                    <a:ext uri="{9D8B030D-6E8A-4147-A177-3AD203B41FA5}">
                      <a16:colId xmlns:a16="http://schemas.microsoft.com/office/drawing/2014/main" val="1137752421"/>
                    </a:ext>
                  </a:extLst>
                </a:gridCol>
              </a:tblGrid>
              <a:tr h="373834"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Value on first face, value on second face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Value on second face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446151"/>
                  </a:ext>
                </a:extLst>
              </a:tr>
              <a:tr h="776055">
                <a:tc gridSpan="2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1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2</a:t>
                      </a:r>
                      <a:endParaRPr lang="en-GB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3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4</a:t>
                      </a:r>
                      <a:endParaRPr lang="en-GB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5655208"/>
                  </a:ext>
                </a:extLst>
              </a:tr>
              <a:tr h="373834">
                <a:tc rowSpan="4">
                  <a:txBody>
                    <a:bodyPr/>
                    <a:lstStyle/>
                    <a:p>
                      <a:pPr marL="71755" marR="7175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Value on first face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1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(1,1)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(1,2)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(1,3)</a:t>
                      </a:r>
                      <a:endParaRPr lang="en-GB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(1,4)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1405558"/>
                  </a:ext>
                </a:extLst>
              </a:tr>
              <a:tr h="37383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2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(2,1)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(2,2)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(2,3)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(2,4)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2713723"/>
                  </a:ext>
                </a:extLst>
              </a:tr>
              <a:tr h="37383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3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(3,1)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(3,2)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(3,3)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(3,4)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6798056"/>
                  </a:ext>
                </a:extLst>
              </a:tr>
              <a:tr h="37383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4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(4,1)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(4,2)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>
                          <a:effectLst/>
                        </a:rPr>
                        <a:t>(4,3)</a:t>
                      </a:r>
                      <a:endParaRPr lang="en-GB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kern="100" dirty="0">
                          <a:effectLst/>
                        </a:rPr>
                        <a:t>(4,4)</a:t>
                      </a:r>
                      <a:endParaRPr lang="en-GB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340882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18F748C-BA72-D51C-895E-F5B2AB52B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Example 6.1</a:t>
            </a:r>
          </a:p>
        </p:txBody>
      </p:sp>
    </p:spTree>
    <p:extLst>
      <p:ext uri="{BB962C8B-B14F-4D97-AF65-F5344CB8AC3E}">
        <p14:creationId xmlns:p14="http://schemas.microsoft.com/office/powerpoint/2010/main" val="34706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913F-DC37-97EE-DB31-D41728377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examples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BC373F-37D2-FF5D-C434-AE5C88DDF7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: the sum of two outcomes.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takes the values 2, 3, 4, 5, 6, 7, 8,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i.e.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∈2, 3, 4, 5, 6, 7, 8</m:t>
                        </m:r>
                      </m:e>
                    </m:d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BC373F-37D2-FF5D-C434-AE5C88DDF7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311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7C66-9158-0DE6-5FB8-4FCAD6EFA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616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240707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F09EA5-E04A-A5B1-67BE-44AF37462E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2370"/>
                <a:ext cx="10515600" cy="468459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: higher score of the two dice</a:t>
                </a:r>
                <a:endParaRPr lang="en-US" kern="100" dirty="0"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∈1, 2, 3, 4</m:t>
                          </m:r>
                        </m:e>
                      </m:d>
                    </m:oMath>
                  </m:oMathPara>
                </a14:m>
                <a:endParaRPr lang="en-US" kern="100" dirty="0">
                  <a:effectLst/>
                  <a:ea typeface="Times New Roman" panose="020206030504050203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F09EA5-E04A-A5B1-67BE-44AF37462E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2370"/>
                <a:ext cx="10515600" cy="4684593"/>
              </a:xfrm>
              <a:blipFill>
                <a:blip r:embed="rId2"/>
                <a:stretch>
                  <a:fillRect t="-13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102DFAB-D37B-0126-C584-F7C592A77C5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/>
              <a:t>Other examples (continued)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98417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2F9F17-E4E9-FDA2-58B7-5A8E1B7237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68416"/>
                <a:ext cx="10515600" cy="440854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: score of the first die </a:t>
                </a:r>
                <a:endParaRPr lang="en-GB" i="1" kern="1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∈1, 2, 3, 4</m:t>
                          </m:r>
                        </m:e>
                      </m:d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2F9F17-E4E9-FDA2-58B7-5A8E1B7237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68416"/>
                <a:ext cx="10515600" cy="4408548"/>
              </a:xfrm>
              <a:blipFill>
                <a:blip r:embed="rId2"/>
                <a:stretch>
                  <a:fillRect t="-12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ACD38AD-4A72-BEF9-8607-42035F9BCE9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/>
              <a:t>Other examples (continued)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33129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9BB15-7734-4D04-E793-990A33B95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the 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difference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of scores (absolute values) </a:t>
                </a:r>
                <a:endParaRPr lang="en-GB" i="1" kern="100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∈0, 1, 2, 3</m:t>
                          </m:r>
                        </m:e>
                      </m:d>
                    </m:oMath>
                  </m:oMathPara>
                </a14:m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A9BB15-7734-4D04-E793-990A33B95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t="-13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886F34E-B3D4-7552-85CD-03D3898F27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Other examples (continued)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891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8AF25-1763-C149-B6F5-1510A11239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𝑍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: score on first die – score on the second die </a:t>
                </a:r>
                <a:endParaRPr lang="en-GB" i="1" kern="1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: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∈−3,−2,…,2, 3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8AF25-1763-C149-B6F5-1510A11239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t="-12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0E991C3-690D-774D-BA33-DE1EF502BCA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Other examples (continued)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63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80FD5-43AF-5442-CF48-3896FB71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Discrete 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8119C-F9CE-202C-7DD4-D28FFE470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: If, as in the example above, the possible values are countable or infinitely countable, i.e. if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={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={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,…}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is said to be a discrete random variable.</a:t>
                </a:r>
                <a:endParaRPr lang="en-US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For example,</a:t>
                </a:r>
                <a:endParaRPr lang="en-US" kern="100" dirty="0"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a typeface="Calibri" panose="020F0502020204030204" pitchFamily="34" charset="0"/>
                  </a:rPr>
                  <a:t>T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he number of items bought in a shop in a day</a:t>
                </a:r>
                <a:endParaRPr lang="en-US" kern="100" dirty="0"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ea typeface="Calibri" panose="020F0502020204030204" pitchFamily="34" charset="0"/>
                  </a:rPr>
                  <a:t>T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he average number of tasks performed in a given period of time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8119C-F9CE-202C-7DD4-D28FFE470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4148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15EB-4921-42A6-0502-C627BE01B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 Function (Discrete Case)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96EAC7-8C21-2DEB-AB9E-6AB328810F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A discrete random variable assumes each of its values with a certain probability.</a:t>
                </a:r>
                <a:endParaRPr lang="en-GB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: A function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,…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that assigns the probability to each possible value of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is called a discrete probability distribution function (</a:t>
                </a:r>
                <a:r>
                  <a:rPr lang="en-US" kern="100" dirty="0" err="1">
                    <a:effectLst/>
                    <a:ea typeface="Times New Roman" panose="02020603050405020304" pitchFamily="18" charset="0"/>
                  </a:rPr>
                  <a:t>p.d.f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or pdf) or discrete probability mass function.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96EAC7-8C21-2DEB-AB9E-6AB328810F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322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70DC-6FAB-B0F8-6AD6-0F599A05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a </a:t>
            </a:r>
            <a:r>
              <a:rPr lang="en-GB" dirty="0" err="1"/>
              <a:t>p.d.f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C29257-900B-3D44-6D42-510536B08B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To be valid </a:t>
                </a:r>
                <a:r>
                  <a:rPr lang="en-US" kern="100" dirty="0" err="1">
                    <a:effectLst/>
                    <a:ea typeface="Times New Roman" panose="02020603050405020304" pitchFamily="18" charset="0"/>
                  </a:rPr>
                  <a:t>p.d.f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must satisfy the following three properties: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US" kern="100" dirty="0" err="1">
                    <a:effectLst/>
                    <a:ea typeface="Calibri" panose="020F0502020204030204" pitchFamily="34" charset="0"/>
                  </a:rPr>
                  <a:t>i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∀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GB" kern="100" dirty="0">
                    <a:effectLst/>
                    <a:ea typeface="Calibri" panose="020F0502020204030204" pitchFamily="34" charset="0"/>
                  </a:rPr>
                  <a:t>ii.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GB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𝑎𝑙𝑙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iii. </a:t>
                </a: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We may express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either as a series of values (say, in a table) or by a formula.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C29257-900B-3D44-6D42-510536B08B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101" t="-11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305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28F52-CF1C-C6CF-07FC-D85BB36E1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8"/>
                <a:ext cx="10056963" cy="13630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We return to Example 6.1 and consider the random variable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GB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: the sum of two outcomes.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takes the values 2, 3, 4, 5, 6, 7, 8, 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∈2, 3, 4, 5, 6, 7, 8</m:t>
                        </m:r>
                      </m:e>
                    </m:d>
                  </m:oMath>
                </a14:m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928F52-CF1C-C6CF-07FC-D85BB36E1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8"/>
                <a:ext cx="10056963" cy="1363063"/>
              </a:xfrm>
              <a:blipFill>
                <a:blip r:embed="rId2"/>
                <a:stretch>
                  <a:fillRect l="-485" t="-44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DC877BF-A16A-AD18-B338-B854303690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249366"/>
                  </p:ext>
                </p:extLst>
              </p:nvPr>
            </p:nvGraphicFramePr>
            <p:xfrm>
              <a:off x="241740" y="2571206"/>
              <a:ext cx="11708520" cy="123304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63565">
                      <a:extLst>
                        <a:ext uri="{9D8B030D-6E8A-4147-A177-3AD203B41FA5}">
                          <a16:colId xmlns:a16="http://schemas.microsoft.com/office/drawing/2014/main" val="3805892770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655176015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1219141192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881888471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3621202824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884040040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2241163087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130112712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525611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cases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902722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2/16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1/16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843472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DC877BF-A16A-AD18-B338-B854303690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249366"/>
                  </p:ext>
                </p:extLst>
              </p:nvPr>
            </p:nvGraphicFramePr>
            <p:xfrm>
              <a:off x="241740" y="2571206"/>
              <a:ext cx="11708520" cy="123304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63565">
                      <a:extLst>
                        <a:ext uri="{9D8B030D-6E8A-4147-A177-3AD203B41FA5}">
                          <a16:colId xmlns:a16="http://schemas.microsoft.com/office/drawing/2014/main" val="3805892770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655176015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1219141192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881888471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3621202824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884040040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2241163087"/>
                        </a:ext>
                      </a:extLst>
                    </a:gridCol>
                    <a:gridCol w="1463565">
                      <a:extLst>
                        <a:ext uri="{9D8B030D-6E8A-4147-A177-3AD203B41FA5}">
                          <a16:colId xmlns:a16="http://schemas.microsoft.com/office/drawing/2014/main" val="1301127122"/>
                        </a:ext>
                      </a:extLst>
                    </a:gridCol>
                  </a:tblGrid>
                  <a:tr h="395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417" t="-18462" r="-702500" b="-24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52561120"/>
                      </a:ext>
                    </a:extLst>
                  </a:tr>
                  <a:tr h="56572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cases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90272234"/>
                      </a:ext>
                    </a:extLst>
                  </a:tr>
                  <a:tr h="27222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2/16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1/16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843472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4DAC5D7-454B-82AF-C832-EF4ABC59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kern="100" dirty="0">
                <a:effectLst/>
                <a:ea typeface="Times New Roman" panose="02020603050405020304" pitchFamily="18" charset="0"/>
              </a:rPr>
              <a:t>Example 6.2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2068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39F7-2048-6D73-6875-A5832896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Alternatively, we can write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26B084-609D-328A-4E70-0D87CE9B2B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55938" y="1644016"/>
                <a:ext cx="9618453" cy="34800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=2, 3, 4, 5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GB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9−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GB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6, 7, 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>
                                    <a:effectLst/>
                                    <a:ea typeface="Times New Roman" panose="020206030504050203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4−|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−5|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𝑣</m:t>
                                </m:r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=2, 3, 4, 5, 6, 7, 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>
                                    <a:effectLst/>
                                    <a:ea typeface="Calibri" panose="020F0502020204030204" pitchFamily="34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26B084-609D-328A-4E70-0D87CE9B2B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5938" y="1644016"/>
                <a:ext cx="9618453" cy="3480075"/>
              </a:xfrm>
              <a:blipFill>
                <a:blip r:embed="rId2"/>
                <a:stretch>
                  <a:fillRect l="-571" t="-1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296A87-673B-DF7E-FBC8-F9051C84AD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7803" y="5342721"/>
                <a:ext cx="11412747" cy="13255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GB" sz="1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Task: Substitute some values of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1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convince yourself that both versions of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GB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sz="18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correct.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296A87-673B-DF7E-FBC8-F9051C84A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3" y="5342721"/>
                <a:ext cx="11412747" cy="1325564"/>
              </a:xfrm>
              <a:prstGeom prst="rect">
                <a:avLst/>
              </a:prstGeom>
              <a:blipFill>
                <a:blip r:embed="rId3"/>
                <a:stretch>
                  <a:fillRect t="-4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6050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4056-8329-D132-7C5F-8A7AAC7BE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Cumulative Distribution Function (</a:t>
            </a:r>
            <a:r>
              <a:rPr lang="en-GB" dirty="0" err="1"/>
              <a:t>c.d.f</a:t>
            </a:r>
            <a:r>
              <a:rPr lang="en-GB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8B0A0-7C42-2B97-F5A2-79EABEDEF2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  <a:ea typeface="Calibri" panose="020F0502020204030204" pitchFamily="34" charset="0"/>
                  </a:rPr>
                  <a:t>An alternative way of describing a random variable,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, is to specify its associated distribution function (or cumulative distribution function) which is usually denoted by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.</a:t>
                </a:r>
                <a:endParaRPr lang="en-GB" dirty="0">
                  <a:effectLst/>
                  <a:ea typeface="Calibri" panose="020F0502020204030204" pitchFamily="34" charset="0"/>
                </a:endParaRPr>
              </a:p>
              <a:p>
                <a:r>
                  <a:rPr lang="en-US" dirty="0">
                    <a:effectLst/>
                    <a:ea typeface="Calibri" panose="020F0502020204030204" pitchFamily="34" charset="0"/>
                  </a:rPr>
                  <a:t>This function is defined as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, i.e. the probability of the random variable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 being less than or equal to the value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ffectLst/>
                    <a:ea typeface="Calibri" panose="020F0502020204030204" pitchFamily="34" charset="0"/>
                  </a:rPr>
                  <a:t>.</a:t>
                </a:r>
                <a:endParaRPr lang="en-GB" dirty="0">
                  <a:ea typeface="Calibri" panose="020F0502020204030204" pitchFamily="34" charset="0"/>
                </a:endParaRPr>
              </a:p>
              <a:p>
                <a:r>
                  <a:rPr lang="en-US" dirty="0">
                    <a:effectLst/>
                    <a:ea typeface="Calibri" panose="020F0502020204030204" pitchFamily="34" charset="0"/>
                  </a:rPr>
                  <a:t>This is a very convenient way of describing a random variable since it can be used for both </a:t>
                </a:r>
                <a:r>
                  <a:rPr lang="en-US" dirty="0">
                    <a:solidFill>
                      <a:srgbClr val="FF0000"/>
                    </a:solidFill>
                    <a:effectLst/>
                    <a:ea typeface="Calibri" panose="020F0502020204030204" pitchFamily="34" charset="0"/>
                  </a:rPr>
                  <a:t>discrete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 and </a:t>
                </a:r>
                <a:r>
                  <a:rPr lang="en-US" dirty="0">
                    <a:solidFill>
                      <a:srgbClr val="FF0000"/>
                    </a:solidFill>
                    <a:effectLst/>
                    <a:ea typeface="Calibri" panose="020F0502020204030204" pitchFamily="34" charset="0"/>
                  </a:rPr>
                  <a:t>continuous</a:t>
                </a:r>
                <a:r>
                  <a:rPr lang="en-US" dirty="0">
                    <a:effectLst/>
                    <a:ea typeface="Calibri" panose="020F0502020204030204" pitchFamily="34" charset="0"/>
                  </a:rPr>
                  <a:t> distributions.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8B0A0-7C42-2B97-F5A2-79EABEDEF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 r="-2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653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86B1-8577-1035-925B-ACC9714E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 of </a:t>
            </a:r>
            <a:r>
              <a:rPr lang="en-GB" dirty="0" err="1"/>
              <a:t>c.d.f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F064E9-81BC-D052-E160-E4C1A7FBA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: Distribution (cumulative distribution) function (</a:t>
                </a:r>
                <a:r>
                  <a:rPr lang="en-US" kern="100" dirty="0" err="1">
                    <a:effectLst/>
                    <a:ea typeface="Calibri" panose="020F0502020204030204" pitchFamily="34" charset="0"/>
                  </a:rPr>
                  <a:t>cdf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 or </a:t>
                </a:r>
                <a:r>
                  <a:rPr lang="en-US" kern="100" dirty="0" err="1">
                    <a:effectLst/>
                    <a:ea typeface="Calibri" panose="020F0502020204030204" pitchFamily="34" charset="0"/>
                  </a:rPr>
                  <a:t>c.d.f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) is defined as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US" kern="100" dirty="0"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Note: It is customary to write the </a:t>
                </a:r>
                <a:r>
                  <a:rPr lang="en-US" kern="100" dirty="0" err="1">
                    <a:effectLst/>
                    <a:ea typeface="Times New Roman" panose="02020603050405020304" pitchFamily="18" charset="0"/>
                  </a:rPr>
                  <a:t>p.d.f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as lower case (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) and the </a:t>
                </a:r>
                <a:r>
                  <a:rPr lang="en-US" kern="100" dirty="0" err="1">
                    <a:effectLst/>
                    <a:ea typeface="Times New Roman" panose="02020603050405020304" pitchFamily="18" charset="0"/>
                  </a:rPr>
                  <a:t>c.d.f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as upper case ((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).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F064E9-81BC-D052-E160-E4C1A7FBA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229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4A80-36B3-F04D-E33C-37B7C3FD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010"/>
            <a:ext cx="10515600" cy="1325563"/>
          </a:xfrm>
        </p:spPr>
        <p:txBody>
          <a:bodyPr/>
          <a:lstStyle/>
          <a:p>
            <a:r>
              <a:rPr lang="en-GB" dirty="0" err="1"/>
              <a:t>c.d.f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68FD63-C3BF-EC73-0632-345E344A6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5640" y="1924049"/>
                <a:ext cx="10515600" cy="413194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</a:t>
                </a:r>
                <a:r>
                  <a:rPr lang="en-US" kern="100" dirty="0" err="1">
                    <a:effectLst/>
                    <a:ea typeface="Calibri" panose="020F0502020204030204" pitchFamily="34" charset="0"/>
                  </a:rPr>
                  <a:t>c.d.f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 is a monotone increasing function, i.e. one that never decreases as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increases. However, for a discrete </a:t>
                </a:r>
                <a:r>
                  <a:rPr lang="en-US" kern="100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 it is a stepped function, the size of the step at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and we can see that:</a:t>
                </a:r>
                <a:endParaRPr lang="en-US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a typeface="Calibri" panose="020F0502020204030204" pitchFamily="34" charset="0"/>
                  </a:rPr>
                  <a:t>a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nd that</a:t>
                </a:r>
                <a:endParaRPr lang="en-US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Assuming that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’s are in ascending order.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68FD63-C3BF-EC73-0632-345E344A6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5640" y="1924049"/>
                <a:ext cx="10515600" cy="4131945"/>
              </a:xfrm>
              <a:blipFill>
                <a:blip r:embed="rId2"/>
                <a:stretch>
                  <a:fillRect l="-522" t="-886" r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746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4081-8E71-D2D8-6943-490B72CE1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c.d.f</a:t>
            </a:r>
            <a:r>
              <a:rPr lang="en-GB" dirty="0"/>
              <a:t>(continued)</a:t>
            </a:r>
          </a:p>
        </p:txBody>
      </p:sp>
      <p:pic>
        <p:nvPicPr>
          <p:cNvPr id="1026" name="Picture 2" descr="Cumulative Distribution Function">
            <a:extLst>
              <a:ext uri="{FF2B5EF4-FFF2-40B4-BE49-F238E27FC236}">
                <a16:creationId xmlns:a16="http://schemas.microsoft.com/office/drawing/2014/main" id="{B5B00F94-3664-F761-E4E0-B63CD87DB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740" y="1966543"/>
            <a:ext cx="8487988" cy="426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475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BD08E-DF86-4384-74CD-CCA6A687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</a:t>
            </a:r>
            <a:r>
              <a:rPr lang="en-GB" dirty="0" err="1"/>
              <a:t>c.d.f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804A6F-BDF0-5CED-FC0F-D4D8812DE7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00050" indent="-400050">
                  <a:buAutoNum type="romanL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func>
                  </m:oMath>
                </a14:m>
                <a:endParaRPr lang="en-GB" dirty="0"/>
              </a:p>
              <a:p>
                <a:pPr marL="571500" indent="-571500">
                  <a:buAutoNum type="romanL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GB" dirty="0"/>
              </a:p>
              <a:p>
                <a:pPr marL="571500" indent="-571500">
                  <a:buAutoNum type="romanL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GB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GB" dirty="0"/>
              </a:p>
              <a:p>
                <a:pPr marL="571500" indent="-571500">
                  <a:buAutoNum type="romanLcPeriod"/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marL="571500" indent="-571500">
                  <a:buAutoNum type="romanLcPeriod"/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From the first, second and the fourth properties we infer that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0≤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≤1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804A6F-BDF0-5CED-FC0F-D4D8812DE7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1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4957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8D3E80-BF58-4D98-DD62-0290ED58B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0414" y="4803107"/>
                <a:ext cx="11351172" cy="11163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US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nd the cumulative distribution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is a step-function</a:t>
                </a: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8D3E80-BF58-4D98-DD62-0290ED58B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414" y="4803107"/>
                <a:ext cx="11351172" cy="1116331"/>
              </a:xfrm>
              <a:blipFill>
                <a:blip r:embed="rId2"/>
                <a:stretch>
                  <a:fillRect l="-483" t="-54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8018AB0-1D38-7804-1B31-258BC36D11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756298"/>
                  </p:ext>
                </p:extLst>
              </p:nvPr>
            </p:nvGraphicFramePr>
            <p:xfrm>
              <a:off x="376620" y="2141211"/>
              <a:ext cx="11351172" cy="79019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21596">
                      <a:extLst>
                        <a:ext uri="{9D8B030D-6E8A-4147-A177-3AD203B41FA5}">
                          <a16:colId xmlns:a16="http://schemas.microsoft.com/office/drawing/2014/main" val="3500247128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3368773890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2530004590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747339543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3009800381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2476507234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225249722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729086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45148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8018AB0-1D38-7804-1B31-258BC36D11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3756298"/>
                  </p:ext>
                </p:extLst>
              </p:nvPr>
            </p:nvGraphicFramePr>
            <p:xfrm>
              <a:off x="376620" y="2141211"/>
              <a:ext cx="11351172" cy="79019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21596">
                      <a:extLst>
                        <a:ext uri="{9D8B030D-6E8A-4147-A177-3AD203B41FA5}">
                          <a16:colId xmlns:a16="http://schemas.microsoft.com/office/drawing/2014/main" val="3500247128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3368773890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2530004590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747339543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3009800381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2476507234"/>
                        </a:ext>
                      </a:extLst>
                    </a:gridCol>
                    <a:gridCol w="1621596">
                      <a:extLst>
                        <a:ext uri="{9D8B030D-6E8A-4147-A177-3AD203B41FA5}">
                          <a16:colId xmlns:a16="http://schemas.microsoft.com/office/drawing/2014/main" val="2252497229"/>
                        </a:ext>
                      </a:extLst>
                    </a:gridCol>
                  </a:tblGrid>
                  <a:tr h="395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76" t="-20000" r="-602256" b="-10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72908627"/>
                      </a:ext>
                    </a:extLst>
                  </a:tr>
                  <a:tr h="395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76" t="-120000" r="-602256" b="-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45148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E313FD1-0394-2908-0B3E-F5DE232134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7382820"/>
                  </p:ext>
                </p:extLst>
              </p:nvPr>
            </p:nvGraphicFramePr>
            <p:xfrm>
              <a:off x="376620" y="3500366"/>
              <a:ext cx="11263585" cy="111633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576973">
                      <a:extLst>
                        <a:ext uri="{9D8B030D-6E8A-4147-A177-3AD203B41FA5}">
                          <a16:colId xmlns:a16="http://schemas.microsoft.com/office/drawing/2014/main" val="1507130270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171880362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1201542681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3200383648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1994420057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3703490791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3251443210"/>
                        </a:ext>
                      </a:extLst>
                    </a:gridCol>
                  </a:tblGrid>
                  <a:tr h="43319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17714431"/>
                      </a:ext>
                    </a:extLst>
                  </a:tr>
                  <a:tr h="68313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0.5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1.0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683166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E313FD1-0394-2908-0B3E-F5DE232134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7382820"/>
                  </p:ext>
                </p:extLst>
              </p:nvPr>
            </p:nvGraphicFramePr>
            <p:xfrm>
              <a:off x="376620" y="3500366"/>
              <a:ext cx="11263585" cy="111633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576973">
                      <a:extLst>
                        <a:ext uri="{9D8B030D-6E8A-4147-A177-3AD203B41FA5}">
                          <a16:colId xmlns:a16="http://schemas.microsoft.com/office/drawing/2014/main" val="1507130270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171880362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1201542681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3200383648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1994420057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3703490791"/>
                        </a:ext>
                      </a:extLst>
                    </a:gridCol>
                    <a:gridCol w="1281102">
                      <a:extLst>
                        <a:ext uri="{9D8B030D-6E8A-4147-A177-3AD203B41FA5}">
                          <a16:colId xmlns:a16="http://schemas.microsoft.com/office/drawing/2014/main" val="3251443210"/>
                        </a:ext>
                      </a:extLst>
                    </a:gridCol>
                  </a:tblGrid>
                  <a:tr h="4331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70" t="-18310" r="-215673" b="-161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17714431"/>
                      </a:ext>
                    </a:extLst>
                  </a:tr>
                  <a:tr h="6831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70" t="-74336" r="-215673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0.1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0.3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0.5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0.7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1.0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683166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F37940A-BA4D-103B-0395-9EDC1C7A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kern="100" dirty="0">
                <a:effectLst/>
                <a:ea typeface="Times New Roman" panose="02020603050405020304" pitchFamily="18" charset="0"/>
              </a:rPr>
              <a:t>Example 6.3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0E9EA9-3874-2C5B-7507-B14CE0E5827C}"/>
              </a:ext>
            </a:extLst>
          </p:cNvPr>
          <p:cNvSpPr txBox="1">
            <a:spLocks/>
          </p:cNvSpPr>
          <p:nvPr/>
        </p:nvSpPr>
        <p:spPr>
          <a:xfrm>
            <a:off x="289033" y="1739509"/>
            <a:ext cx="11351172" cy="401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we have the following discrete distribution</a:t>
            </a:r>
            <a:r>
              <a:rPr lang="en-US" kern="100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GB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0F76D7-7CCC-48B4-839D-9408D64DE5E6}"/>
              </a:ext>
            </a:extLst>
          </p:cNvPr>
          <p:cNvSpPr txBox="1">
            <a:spLocks/>
          </p:cNvSpPr>
          <p:nvPr/>
        </p:nvSpPr>
        <p:spPr>
          <a:xfrm>
            <a:off x="289033" y="3086408"/>
            <a:ext cx="11351172" cy="493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kern="100" dirty="0"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we can compute the following cumulative properties in order to obtain the distribution function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7892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05DD0D83-2D28-B4D8-0BA3-4BCEF420E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8" y="1491261"/>
            <a:ext cx="8119339" cy="52200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E057CA-C150-B820-2572-4218F485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kern="100" dirty="0">
                <a:effectLst/>
                <a:ea typeface="Times New Roman" panose="02020603050405020304" pitchFamily="18" charset="0"/>
              </a:rPr>
              <a:t>Example 6.3 (continued)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8598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6310C-2C0E-E147-37B4-056B3A6D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Mean or expected value (Discrete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F9EF8A-CC9A-987B-C08A-C1327DD05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𝔻𝔽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: </a:t>
                </a:r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is a discrete random variable with </a:t>
                </a:r>
                <a:r>
                  <a:rPr lang="en-GB" dirty="0" err="1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then the </a:t>
                </a:r>
                <a:r>
                  <a:rPr lang="en-GB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expected value </a:t>
                </a:r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(or mean) is defined by: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𝑎𝑙𝑙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>
                          <a:effectLst/>
                          <a:ea typeface="Times New Roman" panose="020206030504050203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US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effectLst/>
                          <a:ea typeface="Times New Roman" panose="02020603050405020304" pitchFamily="18" charset="0"/>
                        </a:rPr>
                        <m:t>it</m:t>
                      </m:r>
                      <m:r>
                        <m:rPr>
                          <m:nor/>
                        </m:rPr>
                        <a:rPr lang="en-US">
                          <a:effectLst/>
                          <a:ea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effectLst/>
                          <a:ea typeface="Times New Roman" panose="02020603050405020304" pitchFamily="18" charset="0"/>
                        </a:rPr>
                        <m:t>exist</m:t>
                      </m:r>
                      <m:r>
                        <m:rPr>
                          <m:nor/>
                        </m:rPr>
                        <a:rPr lang="en-US">
                          <a:effectLst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GB" dirty="0"/>
              </a:p>
              <a:p>
                <a:r>
                  <a:rPr lang="en-US" kern="100" dirty="0">
                    <a:effectLst/>
                    <a:ea typeface="Calibri" panose="020F0502020204030204" pitchFamily="34" charset="0"/>
                  </a:rPr>
                  <a:t>So, if it is an infinite series and it is not absolutely convergent then we say that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does not exist. </a:t>
                </a:r>
              </a:p>
              <a:p>
                <a:r>
                  <a:rPr lang="en-US" kern="100" dirty="0">
                    <a:effectLst/>
                    <a:ea typeface="Calibri" panose="020F0502020204030204" pitchFamily="34" charset="0"/>
                  </a:rPr>
                  <a:t>We write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 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variously as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and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sSubSup>
                      <m:sSubSup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; the particular one used will often be determined by the circumstances. </a:t>
                </a:r>
              </a:p>
              <a:p>
                <a:r>
                  <a:rPr lang="en-US" kern="100" dirty="0">
                    <a:effectLst/>
                    <a:ea typeface="Calibri" panose="020F0502020204030204" pitchFamily="34" charset="0"/>
                  </a:rPr>
                  <a:t>We shall look at a wider application of this concept of expectation later.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F9EF8A-CC9A-987B-C08A-C1327DD05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406" t="-11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12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64106-FCDE-C94D-1595-DCA496F8A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295" y="1310963"/>
            <a:ext cx="10515600" cy="1137920"/>
          </a:xfrm>
        </p:spPr>
        <p:txBody>
          <a:bodyPr/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ea typeface="Calibri" panose="020F0502020204030204" pitchFamily="34" charset="0"/>
              </a:rPr>
              <a:t>Consider the distribution of the higher score of the two tetrahedral dice.</a:t>
            </a:r>
            <a:r>
              <a:rPr lang="en-GB" kern="100" dirty="0">
                <a:ea typeface="Calibri" panose="020F0502020204030204" pitchFamily="34" charset="0"/>
              </a:rPr>
              <a:t> </a:t>
            </a:r>
            <a:r>
              <a:rPr lang="en-US" kern="100" dirty="0">
                <a:effectLst/>
                <a:ea typeface="Calibri" panose="020F0502020204030204" pitchFamily="34" charset="0"/>
              </a:rPr>
              <a:t>What is the mean of this distribution?</a:t>
            </a:r>
            <a:endParaRPr lang="en-GB" kern="100" dirty="0">
              <a:effectLst/>
              <a:ea typeface="Calibri" panose="020F0502020204030204" pitchFamily="34" charset="0"/>
            </a:endParaRPr>
          </a:p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6F7BEB7-CB79-E8FD-F4C8-D7975D4E2C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427470"/>
                  </p:ext>
                </p:extLst>
              </p:nvPr>
            </p:nvGraphicFramePr>
            <p:xfrm>
              <a:off x="451696" y="5577114"/>
              <a:ext cx="10718798" cy="79019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166248">
                      <a:extLst>
                        <a:ext uri="{9D8B030D-6E8A-4147-A177-3AD203B41FA5}">
                          <a16:colId xmlns:a16="http://schemas.microsoft.com/office/drawing/2014/main" val="860602553"/>
                        </a:ext>
                      </a:extLst>
                    </a:gridCol>
                    <a:gridCol w="2137841">
                      <a:extLst>
                        <a:ext uri="{9D8B030D-6E8A-4147-A177-3AD203B41FA5}">
                          <a16:colId xmlns:a16="http://schemas.microsoft.com/office/drawing/2014/main" val="1770398544"/>
                        </a:ext>
                      </a:extLst>
                    </a:gridCol>
                    <a:gridCol w="2137841">
                      <a:extLst>
                        <a:ext uri="{9D8B030D-6E8A-4147-A177-3AD203B41FA5}">
                          <a16:colId xmlns:a16="http://schemas.microsoft.com/office/drawing/2014/main" val="2421760684"/>
                        </a:ext>
                      </a:extLst>
                    </a:gridCol>
                    <a:gridCol w="2137841">
                      <a:extLst>
                        <a:ext uri="{9D8B030D-6E8A-4147-A177-3AD203B41FA5}">
                          <a16:colId xmlns:a16="http://schemas.microsoft.com/office/drawing/2014/main" val="3669932718"/>
                        </a:ext>
                      </a:extLst>
                    </a:gridCol>
                    <a:gridCol w="2139027">
                      <a:extLst>
                        <a:ext uri="{9D8B030D-6E8A-4147-A177-3AD203B41FA5}">
                          <a16:colId xmlns:a16="http://schemas.microsoft.com/office/drawing/2014/main" val="250563696"/>
                        </a:ext>
                      </a:extLst>
                    </a:gridCol>
                  </a:tblGrid>
                  <a:tr h="3557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11062547"/>
                      </a:ext>
                    </a:extLst>
                  </a:tr>
                  <a:tr h="35576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3/16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7/16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670756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6F7BEB7-CB79-E8FD-F4C8-D7975D4E2C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427470"/>
                  </p:ext>
                </p:extLst>
              </p:nvPr>
            </p:nvGraphicFramePr>
            <p:xfrm>
              <a:off x="451696" y="5577114"/>
              <a:ext cx="10718798" cy="79019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166248">
                      <a:extLst>
                        <a:ext uri="{9D8B030D-6E8A-4147-A177-3AD203B41FA5}">
                          <a16:colId xmlns:a16="http://schemas.microsoft.com/office/drawing/2014/main" val="860602553"/>
                        </a:ext>
                      </a:extLst>
                    </a:gridCol>
                    <a:gridCol w="2137841">
                      <a:extLst>
                        <a:ext uri="{9D8B030D-6E8A-4147-A177-3AD203B41FA5}">
                          <a16:colId xmlns:a16="http://schemas.microsoft.com/office/drawing/2014/main" val="1770398544"/>
                        </a:ext>
                      </a:extLst>
                    </a:gridCol>
                    <a:gridCol w="2137841">
                      <a:extLst>
                        <a:ext uri="{9D8B030D-6E8A-4147-A177-3AD203B41FA5}">
                          <a16:colId xmlns:a16="http://schemas.microsoft.com/office/drawing/2014/main" val="2421760684"/>
                        </a:ext>
                      </a:extLst>
                    </a:gridCol>
                    <a:gridCol w="2137841">
                      <a:extLst>
                        <a:ext uri="{9D8B030D-6E8A-4147-A177-3AD203B41FA5}">
                          <a16:colId xmlns:a16="http://schemas.microsoft.com/office/drawing/2014/main" val="3669932718"/>
                        </a:ext>
                      </a:extLst>
                    </a:gridCol>
                    <a:gridCol w="2139027">
                      <a:extLst>
                        <a:ext uri="{9D8B030D-6E8A-4147-A177-3AD203B41FA5}">
                          <a16:colId xmlns:a16="http://schemas.microsoft.com/office/drawing/2014/main" val="250563696"/>
                        </a:ext>
                      </a:extLst>
                    </a:gridCol>
                  </a:tblGrid>
                  <a:tr h="395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82" t="-18182" r="-396620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11062547"/>
                      </a:ext>
                    </a:extLst>
                  </a:tr>
                  <a:tr h="395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82" t="-120000" r="-396620" b="-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3/16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5/16</a:t>
                          </a:r>
                          <a:endParaRPr lang="en-GB" sz="1800" kern="1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7/16</a:t>
                          </a:r>
                          <a:endParaRPr lang="en-GB" sz="1800" kern="1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26707569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55E877-52C5-75D2-0589-E5EDC6BC4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866309"/>
              </p:ext>
            </p:extLst>
          </p:nvPr>
        </p:nvGraphicFramePr>
        <p:xfrm>
          <a:off x="930066" y="2121426"/>
          <a:ext cx="9600348" cy="26452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0058">
                  <a:extLst>
                    <a:ext uri="{9D8B030D-6E8A-4147-A177-3AD203B41FA5}">
                      <a16:colId xmlns:a16="http://schemas.microsoft.com/office/drawing/2014/main" val="3990471783"/>
                    </a:ext>
                  </a:extLst>
                </a:gridCol>
                <a:gridCol w="1600058">
                  <a:extLst>
                    <a:ext uri="{9D8B030D-6E8A-4147-A177-3AD203B41FA5}">
                      <a16:colId xmlns:a16="http://schemas.microsoft.com/office/drawing/2014/main" val="2142221230"/>
                    </a:ext>
                  </a:extLst>
                </a:gridCol>
                <a:gridCol w="1600058">
                  <a:extLst>
                    <a:ext uri="{9D8B030D-6E8A-4147-A177-3AD203B41FA5}">
                      <a16:colId xmlns:a16="http://schemas.microsoft.com/office/drawing/2014/main" val="4214460594"/>
                    </a:ext>
                  </a:extLst>
                </a:gridCol>
                <a:gridCol w="1600058">
                  <a:extLst>
                    <a:ext uri="{9D8B030D-6E8A-4147-A177-3AD203B41FA5}">
                      <a16:colId xmlns:a16="http://schemas.microsoft.com/office/drawing/2014/main" val="2626085646"/>
                    </a:ext>
                  </a:extLst>
                </a:gridCol>
                <a:gridCol w="1600058">
                  <a:extLst>
                    <a:ext uri="{9D8B030D-6E8A-4147-A177-3AD203B41FA5}">
                      <a16:colId xmlns:a16="http://schemas.microsoft.com/office/drawing/2014/main" val="2775372957"/>
                    </a:ext>
                  </a:extLst>
                </a:gridCol>
                <a:gridCol w="1600058">
                  <a:extLst>
                    <a:ext uri="{9D8B030D-6E8A-4147-A177-3AD203B41FA5}">
                      <a16:colId xmlns:a16="http://schemas.microsoft.com/office/drawing/2014/main" val="1137752421"/>
                    </a:ext>
                  </a:extLst>
                </a:gridCol>
              </a:tblGrid>
              <a:tr h="373834"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on first face, value on second face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on second face</a:t>
                      </a:r>
                      <a:endParaRPr lang="en-GB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446151"/>
                  </a:ext>
                </a:extLst>
              </a:tr>
              <a:tr h="776055">
                <a:tc gridSpan="2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5655208"/>
                  </a:ext>
                </a:extLst>
              </a:tr>
              <a:tr h="373834">
                <a:tc rowSpan="4">
                  <a:txBody>
                    <a:bodyPr/>
                    <a:lstStyle/>
                    <a:p>
                      <a:pPr marL="71755" marR="71755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 on first face</a:t>
                      </a:r>
                      <a:endParaRPr lang="en-GB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vert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,1)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(1,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(1,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(1,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1405558"/>
                  </a:ext>
                </a:extLst>
              </a:tr>
              <a:tr h="37383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,1)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(2,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(2,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(2,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2713723"/>
                  </a:ext>
                </a:extLst>
              </a:tr>
              <a:tr h="37383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,1)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,2)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(3,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(3,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6798056"/>
                  </a:ext>
                </a:extLst>
              </a:tr>
              <a:tr h="37383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,1)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,2)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(4,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(4,</a:t>
                      </a: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340882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BB4231-13A6-D9D4-C57A-3DFA1EBB3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kern="100" dirty="0">
                <a:effectLst/>
                <a:ea typeface="Calibri" panose="020F0502020204030204" pitchFamily="34" charset="0"/>
              </a:rPr>
              <a:t>Example 6.4.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411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08F0A5-DBA9-B394-4A43-F7D72EA4A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3346"/>
                <a:ext cx="10515600" cy="44862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u="sng" kern="100" dirty="0">
                    <a:effectLst/>
                    <a:ea typeface="Calibri" panose="020F0502020204030204" pitchFamily="34" charset="0"/>
                  </a:rPr>
                  <a:t>Solution</a:t>
                </a:r>
                <a:endParaRPr lang="en-GB" u="sng" kern="100" dirty="0"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mean is:</a:t>
                </a:r>
                <a:endParaRPr lang="en-GB" kern="100" dirty="0"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𝑎𝑙𝑙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=1×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+2×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+3×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+4×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1+6+15+28</m:t>
                              </m:r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50</m:t>
                              </m:r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den>
                          </m:f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=3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08F0A5-DBA9-B394-4A43-F7D72EA4A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3346"/>
                <a:ext cx="10515600" cy="4486275"/>
              </a:xfrm>
              <a:blipFill>
                <a:blip r:embed="rId2"/>
                <a:stretch>
                  <a:fillRect l="-522" t="-12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A236AEDF-D886-0D75-0D40-261854FFC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kern="100" dirty="0">
                <a:effectLst/>
                <a:ea typeface="Calibri" panose="020F0502020204030204" pitchFamily="34" charset="0"/>
              </a:rPr>
              <a:t>Example 6.4 (continued)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2504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7544B-D193-4DCD-0AEA-ADFEA95B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Random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FE465-3B7D-FF52-12EE-616E7B729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ea typeface="Calibri" panose="020F0502020204030204" pitchFamily="34" charset="0"/>
              </a:rPr>
              <a:t>A </a:t>
            </a:r>
            <a:r>
              <a:rPr lang="en-US" dirty="0">
                <a:solidFill>
                  <a:srgbClr val="FF0000"/>
                </a:solidFill>
                <a:effectLst/>
                <a:ea typeface="Calibri" panose="020F0502020204030204" pitchFamily="34" charset="0"/>
              </a:rPr>
              <a:t>continuous random variable</a:t>
            </a:r>
            <a:r>
              <a:rPr lang="en-US" dirty="0">
                <a:effectLst/>
                <a:ea typeface="Calibri" panose="020F0502020204030204" pitchFamily="34" charset="0"/>
              </a:rPr>
              <a:t> has an infinite number of values and it has a probability of 0 of assuming exactly any of its values.</a:t>
            </a:r>
          </a:p>
          <a:p>
            <a:r>
              <a:rPr lang="en-US" dirty="0">
                <a:effectLst/>
                <a:ea typeface="Calibri" panose="020F0502020204030204" pitchFamily="34" charset="0"/>
              </a:rPr>
              <a:t>Consequently, its probability distribution cannot be given in tabular form.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6583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B1BA-76C6-B971-5222-AC2DAF3FD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Why? Step by step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7F1E6-9191-1DB8-0EEC-48189FFAB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59779"/>
          </a:xfrm>
        </p:spPr>
        <p:txBody>
          <a:bodyPr>
            <a:noAutofit/>
          </a:bodyPr>
          <a:lstStyle/>
          <a:p>
            <a:r>
              <a:rPr lang="en-US" dirty="0">
                <a:effectLst/>
                <a:ea typeface="Calibri" panose="020F0502020204030204" pitchFamily="34" charset="0"/>
              </a:rPr>
              <a:t>Let us consider a random variable whose values are the heights of all people over 21 years of age.</a:t>
            </a:r>
            <a:endParaRPr lang="en-US" dirty="0">
              <a:ea typeface="Calibri" panose="020F0502020204030204" pitchFamily="34" charset="0"/>
            </a:endParaRPr>
          </a:p>
          <a:p>
            <a:r>
              <a:rPr lang="en-US" dirty="0">
                <a:effectLst/>
                <a:ea typeface="Calibri" panose="020F0502020204030204" pitchFamily="34" charset="0"/>
              </a:rPr>
              <a:t>Between any two values, say 164.5 cm and 165.5 cm there are an infinite number of heights, one of which is 165 cm.</a:t>
            </a:r>
            <a:endParaRPr lang="en-US" dirty="0">
              <a:ea typeface="Calibri" panose="020F0502020204030204" pitchFamily="34" charset="0"/>
            </a:endParaRPr>
          </a:p>
          <a:p>
            <a:r>
              <a:rPr lang="en-US" dirty="0">
                <a:effectLst/>
                <a:ea typeface="Calibri" panose="020F0502020204030204" pitchFamily="34" charset="0"/>
              </a:rPr>
              <a:t>The probability of selecting a person with height exactly 165 cm but not one of the infinitely large set of heights so close to 165 is humanly impossible and therefore we assign a probability 0 to the event “165 cm high”.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00746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2D4700-6E86-72BF-15E0-85C26E2919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77042"/>
                <a:ext cx="10515600" cy="439992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Instead, </a:t>
                </a:r>
                <a:r>
                  <a:rPr lang="en-US" kern="100" dirty="0">
                    <a:ea typeface="Calibri" panose="020F0502020204030204" pitchFamily="34" charset="0"/>
                  </a:rPr>
                  <a:t>w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e shall deal with computing probabilities for various intervals of continuous random variables such as</a:t>
                </a:r>
                <a:endParaRPr lang="en-GB" i="1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kern="100" dirty="0">
                  <a:ea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so it does not matter whether the end points of the interval included or not</a:t>
                </a:r>
              </a:p>
              <a:p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(Note that this is not true for discrete random variable).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2D4700-6E86-72BF-15E0-85C26E2919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7042"/>
                <a:ext cx="10515600" cy="4399921"/>
              </a:xfrm>
              <a:blipFill>
                <a:blip r:embed="rId2"/>
                <a:stretch>
                  <a:fillRect l="-522" t="-1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F6FD550-CEEF-4D08-8FA1-F3084309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Why? Step by step example (continued)</a:t>
            </a:r>
          </a:p>
        </p:txBody>
      </p:sp>
    </p:spTree>
    <p:extLst>
      <p:ext uri="{BB962C8B-B14F-4D97-AF65-F5344CB8AC3E}">
        <p14:creationId xmlns:p14="http://schemas.microsoft.com/office/powerpoint/2010/main" val="1688446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2952-4F42-08F4-7469-4076AFFA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Probability Distribution Function (The continuous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78182-A555-ECAE-6C07-F37C4319C0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06448"/>
                <a:ext cx="10515600" cy="4351338"/>
              </a:xfrm>
            </p:spPr>
            <p:txBody>
              <a:bodyPr/>
              <a:lstStyle/>
              <a:p>
                <a:r>
                  <a:rPr lang="en-US" kern="100" dirty="0">
                    <a:effectLst/>
                    <a:ea typeface="Calibri" panose="020F0502020204030204" pitchFamily="34" charset="0"/>
                  </a:rPr>
                  <a:t>The probability density function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for continuous random variable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is constructed in a way that the area under the curve is equal to 1 when computed over the range of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is defined.</a:t>
                </a:r>
                <a:endParaRPr lang="en-US" kern="100" dirty="0">
                  <a:ea typeface="Calibri" panose="020F0502020204030204" pitchFamily="34" charset="0"/>
                </a:endParaRPr>
              </a:p>
              <a:p>
                <a:r>
                  <a:rPr lang="en-US" kern="100" dirty="0">
                    <a:effectLst/>
                    <a:ea typeface="Calibri" panose="020F0502020204030204" pitchFamily="34" charset="0"/>
                  </a:rPr>
                  <a:t>From calculus we know that:</a:t>
                </a:r>
                <a:endParaRPr lang="en-GB" kern="100" dirty="0"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78182-A555-ECAE-6C07-F37C4319C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06448"/>
                <a:ext cx="10515600" cy="4351338"/>
              </a:xfrm>
              <a:blipFill>
                <a:blip r:embed="rId2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88B8508-0B7F-1E04-4711-00F340AAE0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841" y="3553142"/>
            <a:ext cx="5855653" cy="33189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74095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2EA9-08F6-9660-E67D-EE307211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06A39B-75BC-D161-0528-849C40E81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: The function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is a probability density function for the continuous random variable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, defined over the set of real numbers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, if: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571500" indent="-571500">
                  <a:buFont typeface="+mj-lt"/>
                  <a:buAutoNum type="romanLcPeriod"/>
                </a:pP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i="1" kern="100" dirty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b="0" i="1" kern="1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i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.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e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. 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the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function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is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non</m:t>
                    </m:r>
                    <m:r>
                      <m:rPr>
                        <m:nor/>
                      </m:rPr>
                      <a:rPr lang="en-US" i="1" kern="100">
                        <a:effectLst/>
                        <a:ea typeface="Calibri" panose="020F050202020403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negative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571500" indent="-571500">
                  <a:buFont typeface="+mj-lt"/>
                  <a:buAutoNum type="romanLcPeriod"/>
                </a:pPr>
                <a:r>
                  <a:rPr lang="en-GB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GB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+∞</m:t>
                        </m:r>
                      </m:sup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=1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. 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total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area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under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.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is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equal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to</m:t>
                        </m:r>
                        <m:r>
                          <m:rPr>
                            <m:nor/>
                          </m:rPr>
                          <a:rPr lang="en-US" kern="100">
                            <a:effectLst/>
                            <a:ea typeface="Calibri" panose="020F0502020204030204" pitchFamily="34" charset="0"/>
                          </a:rPr>
                          <m:t> 1</m:t>
                        </m:r>
                      </m:e>
                    </m:nary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</a:p>
              <a:p>
                <a:pPr marL="571500" indent="-571500">
                  <a:buFont typeface="+mj-lt"/>
                  <a:buAutoNum type="romanLcPeriod"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If a and b are two values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p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, i.e. the probability of obtaining a value which lies between limits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is given by the integral of the </a:t>
                </a:r>
                <a:r>
                  <a:rPr lang="en-US" kern="100" dirty="0" err="1">
                    <a:effectLst/>
                    <a:ea typeface="Times New Roman" panose="02020603050405020304" pitchFamily="18" charset="0"/>
                  </a:rPr>
                  <a:t>p.d.f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with limits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06A39B-75BC-D161-0528-849C40E81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 r="-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455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AB0A-F29A-BA92-6344-CEA5229A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c.d.f</a:t>
            </a:r>
            <a:r>
              <a:rPr lang="en-GB" dirty="0"/>
              <a:t> of a continuous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FA861-9943-2278-0954-0D14C2D7C6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9013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: The [cumulative] distribution function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of a continuous random variable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with density function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is: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Calibri" panose="020F0502020204030204" pitchFamily="34" charset="0"/>
                            </a:rPr>
                            <m:t>for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−∞&lt;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&lt;+∞</m:t>
                          </m:r>
                        </m:e>
                      </m:nary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2FA861-9943-2278-0954-0D14C2D7C6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90135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316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544AA5-3B1F-2DAC-AA0C-4779982AF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40943"/>
                <a:ext cx="10515600" cy="423602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The pdf of a continuous random variable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 is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GB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&lt;1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GB">
                                    <a:latin typeface="Cambria Math" panose="02040503050406030204" pitchFamily="18" charset="0"/>
                                  </a:rPr>
                                  <m:t>otherwis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Find the cumulative distribution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544AA5-3B1F-2DAC-AA0C-4779982AF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40943"/>
                <a:ext cx="10515600" cy="4236020"/>
              </a:xfrm>
              <a:blipFill>
                <a:blip r:embed="rId2"/>
                <a:stretch>
                  <a:fillRect l="-522" t="-12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43147B0-15F7-E7B5-239B-4622F0122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Worked Example</a:t>
            </a:r>
          </a:p>
        </p:txBody>
      </p:sp>
    </p:spTree>
    <p:extLst>
      <p:ext uri="{BB962C8B-B14F-4D97-AF65-F5344CB8AC3E}">
        <p14:creationId xmlns:p14="http://schemas.microsoft.com/office/powerpoint/2010/main" val="3011422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9B22F-7B97-3759-681E-4879FD9E96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1162"/>
                <a:ext cx="10515600" cy="44258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u="sng" dirty="0"/>
                  <a:t>Solution</a:t>
                </a:r>
              </a:p>
              <a:p>
                <a:pPr marL="0" indent="0">
                  <a:buNone/>
                </a:pPr>
                <a:r>
                  <a:rPr lang="en-GB" dirty="0"/>
                  <a:t>We need to split this up into two parts,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/>
                  <a:t> and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. Substitute into the formula provided in the definition for each part.</a:t>
                </a:r>
              </a:p>
              <a:p>
                <a:pPr marL="0" indent="0">
                  <a:buNone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GB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b="0" i="0" kern="100" smtClean="0">
                              <a:ea typeface="Calibri" panose="020F0502020204030204" pitchFamily="34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And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GB" dirty="0"/>
                  <a:t> we have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GB" i="1" kern="10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GB" b="0" i="1" kern="10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b="0" i="1" kern="10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kern="1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  <m:r>
                            <a:rPr lang="en-GB" b="0" i="1" kern="10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GB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 kern="10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kern="10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 kern="10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0" i="1" kern="10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GB" b="0" i="1" kern="10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𝑑𝑡</m:t>
                              </m:r>
                              <m:r>
                                <a:rPr lang="en-GB" i="1" kern="1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GB" i="1" kern="10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i="1" kern="10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 kern="10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GB" i="1" kern="100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i="1" kern="100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en-GB" i="1" kern="100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GB" i="1" kern="100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GB" i="1" kern="100"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en-GB" b="0" i="1" kern="10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b="0" i="1" kern="10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  <m:r>
                                <a:rPr lang="en-GB" b="0" i="1" kern="10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n-GB" b="0" i="1" kern="10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kern="10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b="0" i="1" kern="10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0" i="1" kern="10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b="0" i="1" kern="10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GB" b="0" i="1" kern="10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9B22F-7B97-3759-681E-4879FD9E9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1162"/>
                <a:ext cx="10515600" cy="4425801"/>
              </a:xfrm>
              <a:blipFill>
                <a:blip r:embed="rId2"/>
                <a:stretch>
                  <a:fillRect l="-522" t="-12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41B6195-3F94-896A-871F-C39705CE3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Worked Example (continued)</a:t>
            </a:r>
          </a:p>
        </p:txBody>
      </p:sp>
    </p:spTree>
    <p:extLst>
      <p:ext uri="{BB962C8B-B14F-4D97-AF65-F5344CB8AC3E}">
        <p14:creationId xmlns:p14="http://schemas.microsoft.com/office/powerpoint/2010/main" val="153175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05D5A-5B20-B9E7-81DE-9D02F63E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CF504D-5D45-ADAD-F98F-46DE290C04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49570"/>
                <a:ext cx="10515600" cy="422739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So we have obtained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&lt;1,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→+∞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func>
                  </m:oMath>
                </a14:m>
                <a:r>
                  <a:rPr lang="en-GB" dirty="0"/>
                  <a:t> as required.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CF504D-5D45-ADAD-F98F-46DE290C04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49570"/>
                <a:ext cx="10515600" cy="4227393"/>
              </a:xfrm>
              <a:blipFill>
                <a:blip r:embed="rId2"/>
                <a:stretch>
                  <a:fillRect l="-522" t="-14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E70DFE8-F20C-1801-7852-FB2B31012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Worked Example (continued)</a:t>
            </a:r>
          </a:p>
        </p:txBody>
      </p:sp>
    </p:spTree>
    <p:extLst>
      <p:ext uri="{BB962C8B-B14F-4D97-AF65-F5344CB8AC3E}">
        <p14:creationId xmlns:p14="http://schemas.microsoft.com/office/powerpoint/2010/main" val="1161040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58AC-DD84-44E0-33B0-6986613C4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11A9F-9EBC-DB07-E9F0-E4597D1D3C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9638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Note 1: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may be piecewise.</a:t>
                </a:r>
                <a:endParaRPr lang="en-GB" kern="100" dirty="0"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Note 2: It follows from the fundamental theorem of calculus that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 smtClean="0">
                            <a:effectLst/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GB" b="0" i="1" kern="100" smtClean="0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if it exits.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kern="100" dirty="0">
                    <a:ea typeface="Times New Roman" panose="02020603050405020304" pitchFamily="18" charset="0"/>
                  </a:rPr>
                  <a:t>T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he implication of this definition is that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F11A9F-9EBC-DB07-E9F0-E4597D1D3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9638" y="1825625"/>
                <a:ext cx="10515600" cy="4351338"/>
              </a:xfrm>
              <a:blipFill>
                <a:blip r:embed="rId2"/>
                <a:stretch>
                  <a:fillRect l="-522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15367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641C-5DE9-85FA-7E85-7CBB778F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</a:t>
            </a:r>
            <a:r>
              <a:rPr lang="en-GB" dirty="0" err="1"/>
              <a:t>c.d.f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6688E0-0DCF-3EBF-EA6E-4C5BBFD1C2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72955" cy="4790835"/>
              </a:xfrm>
            </p:spPr>
            <p:txBody>
              <a:bodyPr>
                <a:normAutofit/>
              </a:bodyPr>
              <a:lstStyle/>
              <a:p>
                <a:r>
                  <a:rPr lang="en-US" kern="100" dirty="0">
                    <a:effectLst/>
                    <a:ea typeface="Calibri" panose="020F0502020204030204" pitchFamily="34" charset="0"/>
                  </a:rPr>
                  <a:t>For any cumulative distribution function,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say, the following two properties hold: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is non-negative for any value of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−∞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+∞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, i.e. a distribution function has minimum value 0 and maximum value 1.</a:t>
                </a:r>
              </a:p>
              <a:p>
                <a:pPr marL="0" lvl="0" indent="0">
                  <a:buNone/>
                </a:pPr>
                <a:r>
                  <a:rPr lang="en-US" kern="100" dirty="0">
                    <a:ea typeface="Calibri" panose="020F0502020204030204" pitchFamily="34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kern="100" dirty="0">
                    <a:ea typeface="Calibri" panose="020F0502020204030204" pitchFamily="34" charset="0"/>
                  </a:rPr>
                  <a:t> is continuous and is non-decreasing (because its derivative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kern="100" dirty="0">
                    <a:ea typeface="Calibri" panose="020F0502020204030204" pitchFamily="34" charset="0"/>
                  </a:rPr>
                  <a:t> is non-negative).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6688E0-0DCF-3EBF-EA6E-4C5BBFD1C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72955" cy="4790835"/>
              </a:xfrm>
              <a:blipFill>
                <a:blip r:embed="rId2"/>
                <a:stretch>
                  <a:fillRect l="-452" t="-11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802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7AA314-F003-F535-1236-C2826B48C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Find the value of the constant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 the distribution:</a:t>
                </a: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  <m:sSup>
                                  <m:sSup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0≤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≤1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latin typeface="Aptos" panose="020B0004020202020204" pitchFamily="34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elsewhere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7AA314-F003-F535-1236-C2826B48C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D8D6368-D7D9-1A3B-BEC2-2D3323EA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kern="100" dirty="0">
                <a:effectLst/>
                <a:ea typeface="Calibri" panose="020F0502020204030204" pitchFamily="34" charset="0"/>
              </a:rPr>
              <a:t>Example 6.5.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0073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1CD7D-427C-C98D-0E0B-5C2E769F79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21766"/>
                <a:ext cx="10515600" cy="455519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US" u="sng" kern="100" dirty="0">
                    <a:effectLst/>
                    <a:ea typeface="Calibri" panose="020F0502020204030204" pitchFamily="34" charset="0"/>
                  </a:rPr>
                  <a:t>Solution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GB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𝑐𝑒</m:t>
                                          </m:r>
                                        </m:e>
                                        <m:sup>
                                          <m:r>
                                            <a:rPr lang="en-US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b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𝑐𝑒</m:t>
                                  </m:r>
                                </m:e>
                                <m:sup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𝑐𝑒</m:t>
                                  </m:r>
                                </m:e>
                                <m:sup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We know that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(1)=1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∴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:endParaRPr lang="en-GB" sz="1200" kern="100" dirty="0">
                  <a:effectLst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1CD7D-427C-C98D-0E0B-5C2E769F79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21766"/>
                <a:ext cx="10515600" cy="4555197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810AA83-8778-E27F-722B-85FB02B3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kern="100" dirty="0">
                <a:effectLst/>
                <a:ea typeface="Calibri" panose="020F0502020204030204" pitchFamily="34" charset="0"/>
              </a:rPr>
              <a:t>Example 6.5 (continued)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3281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0850F-8DE5-611E-850D-D4FBCE39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5F6A9A-F108-AC7C-9412-8B5AE9EEB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7426"/>
                <a:ext cx="10515600" cy="433953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So, we now have: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0≤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≤1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Times New Roman" panose="02020603050405020304" pitchFamily="18" charset="0"/>
                                  </a:rPr>
                                  <m:t>elsewhere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and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0≤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≤1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200000"/>
                  </a:lnSpc>
                  <a:spcAft>
                    <a:spcPts val="800"/>
                  </a:spcAft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5F6A9A-F108-AC7C-9412-8B5AE9EEB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7426"/>
                <a:ext cx="10515600" cy="4339537"/>
              </a:xfrm>
              <a:blipFill>
                <a:blip r:embed="rId2"/>
                <a:stretch>
                  <a:fillRect l="-522" t="-5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AB49456-DF6C-1186-3ABE-5F9202BB0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kern="100" dirty="0">
                <a:effectLst/>
                <a:ea typeface="Calibri" panose="020F0502020204030204" pitchFamily="34" charset="0"/>
              </a:rPr>
              <a:t>Example 6.5 (continued)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3730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4642-C0A5-A8F4-CE33-95E51A7B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3BB28-543E-DDD6-87B0-A2F15370F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kern="100" dirty="0">
                <a:effectLst/>
                <a:ea typeface="Calibri" panose="020F0502020204030204" pitchFamily="34" charset="0"/>
              </a:rPr>
              <a:t>Note 1: If we were not required to find the </a:t>
            </a:r>
            <a:r>
              <a:rPr lang="en-US" kern="100" dirty="0" err="1">
                <a:effectLst/>
                <a:ea typeface="Calibri" panose="020F0502020204030204" pitchFamily="34" charset="0"/>
              </a:rPr>
              <a:t>c.d.f</a:t>
            </a:r>
            <a:r>
              <a:rPr lang="en-US" kern="100" dirty="0">
                <a:effectLst/>
                <a:ea typeface="Calibri" panose="020F0502020204030204" pitchFamily="34" charset="0"/>
              </a:rPr>
              <a:t> then we would have integrated over the full range of the distribution and equated this to 1.</a:t>
            </a:r>
            <a:endParaRPr lang="en-GB" kern="100" dirty="0">
              <a:effectLst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kern="100" dirty="0">
                <a:effectLst/>
                <a:ea typeface="Calibri" panose="020F0502020204030204" pitchFamily="34" charset="0"/>
              </a:rPr>
              <a:t>Note 2: If the distribution is piecewise then deal with each piece individually.</a:t>
            </a:r>
            <a:endParaRPr lang="en-GB" kern="100" dirty="0">
              <a:effectLst/>
              <a:ea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78421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B2C4-D054-D3A6-F542-C3DDEBA2C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or Expected value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E43305-B455-840F-DE89-6D6C078AD3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3884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</a:t>
                </a:r>
                <a:r>
                  <a:rPr lang="en-GB" kern="100" dirty="0">
                    <a:effectLst/>
                    <a:ea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</a:rPr>
                  <a:t> is a random variable with </a:t>
                </a:r>
                <a:r>
                  <a:rPr lang="en-GB" kern="100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GB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</a:rPr>
                  <a:t> then:</a:t>
                </a: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𝑎𝑙𝑙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𝑥𝑓</m:t>
                                    </m:r>
                                    <m:d>
                                      <m:d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</m:e>
                                </m:nary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Calibri" panose="020F0502020204030204" pitchFamily="34" charset="0"/>
                                  </a:rPr>
                                  <m:t>if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Calibri" panose="020F0502020204030204" pitchFamily="34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Calibri" panose="020F0502020204030204" pitchFamily="34" charset="0"/>
                                  </a:rPr>
                                  <m:t>discrete</m:t>
                                </m:r>
                              </m:e>
                            </m:mr>
                            <m:mr>
                              <m:e>
                                <m:nary>
                                  <m:naryPr>
                                    <m:limLoc m:val="subSup"/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+∞</m:t>
                                    </m:r>
                                  </m:sup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𝑥𝑓</m:t>
                                    </m:r>
                                    <m:d>
                                      <m:d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</m:e>
                                </m:nary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Calibri" panose="020F0502020204030204" pitchFamily="34" charset="0"/>
                                  </a:rPr>
                                  <m:t>if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Calibri" panose="020F0502020204030204" pitchFamily="34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Calibri" panose="020F0502020204030204" pitchFamily="34" charset="0"/>
                                  </a:rPr>
                                  <m:t>continuous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GB" kern="100" dirty="0">
                    <a:effectLst/>
                    <a:ea typeface="Calibri" panose="020F0502020204030204" pitchFamily="34" charset="0"/>
                  </a:rPr>
                  <a:t>Note that this interchange of summation for discrete and integration for continuous distributions is quite general.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E43305-B455-840F-DE89-6D6C078AD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38840" cy="4351338"/>
              </a:xfrm>
              <a:blipFill>
                <a:blip r:embed="rId2"/>
                <a:stretch>
                  <a:fillRect l="-4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15697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6CF31-76A5-69F5-E1CA-8B755199C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Expected value of a random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B3AC8-1D57-7B4D-3461-69DD2AF438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8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:</a:t>
                </a:r>
                <a:r>
                  <a:rPr lang="en-US" sz="1800" kern="100" dirty="0">
                    <a:effectLst/>
                    <a:ea typeface="Calibri" panose="020F0502020204030204" pitchFamily="34" charset="0"/>
                  </a:rPr>
                  <a:t> 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is a random variable with </a:t>
                </a:r>
                <a:r>
                  <a:rPr lang="en-US" sz="1800" kern="100" dirty="0" err="1">
                    <a:effectLst/>
                    <a:ea typeface="Times New Roman" panose="02020603050405020304" pitchFamily="18" charset="0"/>
                  </a:rPr>
                  <a:t>p.d.f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then the expected value of the random</a:t>
                </a:r>
                <a:r>
                  <a:rPr lang="en-GB" sz="1800" kern="100" dirty="0">
                    <a:ea typeface="Calibri" panose="020F0502020204030204" pitchFamily="34" charset="0"/>
                  </a:rPr>
                  <a:t> </a:t>
                </a:r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variable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kern="100" dirty="0">
                    <a:effectLst/>
                    <a:ea typeface="Times New Roman" panose="02020603050405020304" pitchFamily="18" charset="0"/>
                  </a:rPr>
                  <a:t> is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)]=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en-GB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)×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if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discrete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random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variable</m:t>
                                </m:r>
                              </m:e>
                            </m:mr>
                            <m:mr>
                              <m:e>
                                <m:nary>
                                  <m:naryPr>
                                    <m:limLoc m:val="undOvr"/>
                                    <m:subHide m:val="on"/>
                                    <m:supHide m:val="on"/>
                                    <m:ctrlPr>
                                      <a:rPr lang="en-GB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𝑢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)×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if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continuous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random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00">
                                    <a:effectLst/>
                                    <a:ea typeface="Calibri" panose="020F0502020204030204" pitchFamily="34" charset="0"/>
                                  </a:rPr>
                                  <m:t>variable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3B3AC8-1D57-7B4D-3461-69DD2AF438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7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93828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D49C-6CA8-87CF-04C9-9841F5C8A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Properties of expected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5C8875-96CC-82D0-D5E7-7D8770C140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71500" indent="-571500">
                  <a:lnSpc>
                    <a:spcPct val="110000"/>
                  </a:lnSpc>
                  <a:buAutoNum type="romanLcPeriod"/>
                </a:pP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GB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)]</m:t>
                    </m:r>
                  </m:oMath>
                </a14:m>
                <a:endParaRPr lang="en-GB" dirty="0"/>
              </a:p>
              <a:p>
                <a:pPr marL="0" lv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since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45720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  <m:d>
                                <m:d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d>
                                <m:d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kern="100" dirty="0">
                  <a:ea typeface="Calibri" panose="020F0502020204030204" pitchFamily="34" charset="0"/>
                </a:endParaRPr>
              </a:p>
              <a:p>
                <a:pPr marL="45720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More generally,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GB" kern="100" dirty="0">
                  <a:effectLst/>
                  <a:ea typeface="Times New Roman" panose="02020603050405020304" pitchFamily="18" charset="0"/>
                </a:endParaRPr>
              </a:p>
              <a:p>
                <a:pPr marL="45720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And specifically,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𝑎𝑋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45720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45720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5C8875-96CC-82D0-D5E7-7D8770C140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4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2733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E4FF-E594-69B3-1A61-549F306FD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72771-06D7-3F35-D679-00EB075A22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The most important expected value is that of the random variable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itself. This is called the mean. </a:t>
                </a:r>
              </a:p>
              <a:p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The second important measure is the variance. i.e.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effectLst/>
                        <a:ea typeface="Times New Roman" panose="02020603050405020304" pitchFamily="18" charset="0"/>
                      </a:rPr>
                      <m:t>Var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ea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72771-06D7-3F35-D679-00EB075A22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3828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A4735A-8C1C-6561-0AAF-2EDE17038E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440" y="1843088"/>
                <a:ext cx="11633200" cy="486251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Let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be a random variable with </a:t>
                </a:r>
                <a:r>
                  <a:rPr lang="en-US" kern="100" dirty="0" err="1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p.d.f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mean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 variance of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is:</a:t>
                </a: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]=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kern="100">
                                        <a:effectLst/>
                                        <a:latin typeface="Aptos" panose="020B0004020202020204" pitchFamily="34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all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GB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discrete</m:t>
                                </m:r>
                              </m:e>
                            </m:mr>
                            <m:mr>
                              <m:e>
                                <m:nary>
                                  <m:naryPr>
                                    <m:limLoc m:val="subSup"/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GB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US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𝑓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if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latin typeface="Aptos" panose="020B0004020202020204" pitchFamily="34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continuous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−2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−2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𝜇𝜇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Thus,</a:t>
                </a: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kern="100">
                          <a:effectLst/>
                          <a:latin typeface="Aptos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{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}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A4735A-8C1C-6561-0AAF-2EDE17038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440" y="1843088"/>
                <a:ext cx="11633200" cy="4862512"/>
              </a:xfrm>
              <a:blipFill>
                <a:blip r:embed="rId2"/>
                <a:stretch>
                  <a:fillRect l="-4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800FABC1-0EF6-0BD6-BA1F-F35FAD62D9EE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V</a:t>
            </a:r>
            <a:r>
              <a:rPr lang="en-GB" dirty="0" err="1"/>
              <a:t>ariance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85355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D6220-1FC4-B330-C210-722FFCD1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95806-F526-BD27-7E6A-E21671483E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The latter form is often used since it is numerically easier to compute. </a:t>
                </a:r>
              </a:p>
              <a:p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The variance of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n-GB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is used as a measure of variability. </a:t>
                </a:r>
              </a:p>
              <a:p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𝑉𝑎𝑟</m:t>
                    </m:r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)&gt;</m:t>
                    </m:r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𝑉𝑎𝑟</m:t>
                    </m:r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𝑌</m:t>
                    </m:r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n-GB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is more variable than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𝑌</m:t>
                    </m:r>
                  </m:oMath>
                </a14:m>
                <a:r>
                  <a:rPr lang="en-GB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in the values that it takes. </a:t>
                </a:r>
              </a:p>
              <a:p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Conversely, the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𝑌</m:t>
                    </m:r>
                  </m:oMath>
                </a14:m>
                <a:r>
                  <a:rPr lang="en-GB" i="1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</a:t>
                </a:r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values are more tightly clustered around their mean.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E95806-F526-BD27-7E6A-E21671483E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5154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FB9DD82-8CA2-377E-DA03-FDAE0EB3474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28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rPr>
                      <m:t>Var</m:t>
                    </m:r>
                    <m:d>
                      <m:dPr>
                        <m:ctrlPr>
                          <a:rPr lang="en-GB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𝑎𝑋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+</m:t>
                        </m:r>
                        <m: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sz="2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28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</a:rPr>
                      <m:t>Var</m:t>
                    </m:r>
                    <m:r>
                      <a:rPr lang="en-US" sz="2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𝑋</m:t>
                    </m:r>
                    <m:r>
                      <a:rPr lang="en-US" sz="2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FB9DD82-8CA2-377E-DA03-FDAE0EB34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D40657-14D6-A00E-0164-8CD2DC245F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9"/>
                <a:ext cx="10515600" cy="4486274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u="sng" dirty="0"/>
                  <a:t>Proof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𝑎𝑋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𝑎𝑋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𝑎𝑋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𝑎𝑋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𝑏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m:t>Var</m:t>
                      </m:r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𝑋</m:t>
                      </m:r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D40657-14D6-A00E-0164-8CD2DC245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9"/>
                <a:ext cx="10515600" cy="4486274"/>
              </a:xfrm>
              <a:blipFill>
                <a:blip r:embed="rId3"/>
                <a:stretch>
                  <a:fillRect l="-522" t="-6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8817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5401-07CB-A1D5-117F-E8671C40E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5F72BAA-8CAA-BDC0-C859-5C0328A1F8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640" y="1825625"/>
                <a:ext cx="11440160" cy="4351338"/>
              </a:xfrm>
            </p:spPr>
            <p:txBody>
              <a:bodyPr/>
              <a:lstStyle/>
              <a:p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has units such as kilos then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/>
                      <m:t>Var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has units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GB"/>
                          <m:t>kilo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.</a:t>
                </a:r>
                <a:r>
                  <a:rPr lang="en-GB" dirty="0"/>
                  <a:t> A convenient way round this difficulty is the define standard deviation such as</a:t>
                </a:r>
                <a:endParaRPr lang="en-GB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  <m:r>
                      <a:rPr lang="en-GB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𝑆𝑇𝐷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=+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/>
                          <m:t>Var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en-GB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5F72BAA-8CAA-BDC0-C859-5C0328A1F8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640" y="1825625"/>
                <a:ext cx="11440160" cy="4351338"/>
              </a:xfrm>
              <a:blipFill>
                <a:blip r:embed="rId2"/>
                <a:stretch>
                  <a:fillRect l="-320" t="-12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513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41937-E2DE-5D7B-5C79-F286AF63EB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Consider a truncated exponential distribution</a:t>
                </a:r>
                <a:endParaRPr lang="en-GB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𝑓</m:t>
                      </m:r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GB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GB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GB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0≤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≤1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>
                                    <a:solidFill>
                                      <a:srgbClr val="000000"/>
                                    </a:solidFill>
                                    <a:effectLst/>
                                    <a:ea typeface="Times New Roman" panose="02020603050405020304" pitchFamily="18" charset="0"/>
                                  </a:rPr>
                                  <m:t>elsewhere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41937-E2DE-5D7B-5C79-F286AF63E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522" t="-6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7FC07023-ABAA-3671-F872-BA9E86329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Example 6.6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09382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E9AD97-65A7-FC44-5AEC-5CED88CF99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7811"/>
                <a:ext cx="10515600" cy="427915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We calculate: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𝑋</m:t>
                          </m:r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p>
                        <m:e>
                          <m: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and</a:t>
                </a:r>
                <a:endParaRPr lang="en-GB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which, after some calculus, can be shown to be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0.4180</m:t>
                    </m:r>
                  </m:oMath>
                </a14:m>
                <a:r>
                  <a:rPr lang="en-GB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0.2540</m:t>
                    </m:r>
                  </m:oMath>
                </a14:m>
                <a:r>
                  <a:rPr lang="en-GB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respectively.</a:t>
                </a:r>
                <a:r>
                  <a:rPr lang="en-GB" dirty="0">
                    <a:solidFill>
                      <a:srgbClr val="000000"/>
                    </a:solidFill>
                    <a:effectLst/>
                    <a:ea typeface="Calibri" panose="020F0502020204030204" pitchFamily="34" charset="0"/>
                  </a:rPr>
                  <a:t> T</a:t>
                </a:r>
                <a:r>
                  <a:rPr lang="en-GB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hus, the mean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0.4189</m:t>
                    </m:r>
                  </m:oMath>
                </a14:m>
                <a:r>
                  <a:rPr lang="en-GB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and the variance is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0.2540−</m:t>
                    </m:r>
                    <m:sSup>
                      <m:sSupPr>
                        <m:ctrlPr>
                          <a:rPr lang="en-GB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0.41802</m:t>
                            </m:r>
                          </m:e>
                        </m:d>
                      </m:e>
                      <m:sup>
                        <m:r>
                          <a:rPr lang="en-GB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=0.0793</m:t>
                    </m:r>
                  </m:oMath>
                </a14:m>
                <a:r>
                  <a:rPr lang="en-GB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</a:rPr>
                  <a:t> (and therefore the standard deviation is 0.2816).</a:t>
                </a:r>
                <a:endParaRPr lang="en-GB" dirty="0">
                  <a:solidFill>
                    <a:srgbClr val="000000"/>
                  </a:solidFill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E9AD97-65A7-FC44-5AEC-5CED88CF9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7811"/>
                <a:ext cx="10515600" cy="4279152"/>
              </a:xfrm>
              <a:blipFill>
                <a:blip r:embed="rId2"/>
                <a:stretch>
                  <a:fillRect l="-522" t="-7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328F5BF-EB60-392B-7EB5-BEBBB33D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Example 6.6 (continued)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72140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A27F0-FFFE-21CE-F8C8-A813F85B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median and the mode of a continuous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BFCBA-A09E-9396-F74E-2080B8C00A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kern="100" dirty="0">
                    <a:effectLst/>
                    <a:ea typeface="Calibri" panose="020F0502020204030204" pitchFamily="34" charset="0"/>
                  </a:rPr>
                  <a:t>Suppose we consider a continuous random variable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</a:rPr>
                  <a:t> with </a:t>
                </a:r>
                <a:r>
                  <a:rPr lang="en-GB" kern="100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GB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</a:rPr>
                  <a:t>. </a:t>
                </a:r>
              </a:p>
              <a:p>
                <a:r>
                  <a:rPr lang="en-GB" kern="100" dirty="0">
                    <a:effectLst/>
                    <a:ea typeface="Calibri" panose="020F0502020204030204" pitchFamily="34" charset="0"/>
                  </a:rPr>
                  <a:t>The mode of the distribution is defined to be that value of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</a:rPr>
                  <a:t> is a maximum. </a:t>
                </a:r>
              </a:p>
              <a:p>
                <a:r>
                  <a:rPr lang="en-GB" kern="100" dirty="0">
                    <a:effectLst/>
                    <a:ea typeface="Calibri" panose="020F0502020204030204" pitchFamily="34" charset="0"/>
                  </a:rPr>
                  <a:t>The median of the distribution is defined to be a value,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</a:rPr>
                  <a:t> say, which divides the area under the </a:t>
                </a:r>
                <a:r>
                  <a:rPr lang="en-GB" kern="100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GB" kern="100" dirty="0">
                    <a:effectLst/>
                    <a:ea typeface="Calibri" panose="020F0502020204030204" pitchFamily="34" charset="0"/>
                  </a:rPr>
                  <a:t> in half</a:t>
                </a:r>
                <a:r>
                  <a:rPr lang="en-GB" kern="100" dirty="0">
                    <a:ea typeface="Calibri" panose="020F0502020204030204" pitchFamily="34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BFCBA-A09E-9396-F74E-2080B8C00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 r="-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53046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E98340-AD59-045F-B479-A28BBA8A8B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66823"/>
                <a:ext cx="10515600" cy="42101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Area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under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left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median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Area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under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right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median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=1/2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m:rPr>
                              <m:nor/>
                            </m:rPr>
                            <a:rPr lang="en-GB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Median</m:t>
                          </m:r>
                        </m:e>
                      </m:d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&gt;</m:t>
                          </m:r>
                          <m:r>
                            <m:rPr>
                              <m:nor/>
                            </m:rPr>
                            <a:rPr lang="en-GB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Median</m:t>
                          </m:r>
                        </m:e>
                      </m:d>
                      <m:r>
                        <a:rPr lang="en-GB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GB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sub>
                            <m:sup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E98340-AD59-045F-B479-A28BBA8A8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66823"/>
                <a:ext cx="10515600" cy="4210140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C80A19A-A03F-E3A2-05FA-F3ACB16D7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The median and the mode of a continuous distribution (continued)</a:t>
            </a:r>
          </a:p>
        </p:txBody>
      </p:sp>
    </p:spTree>
    <p:extLst>
      <p:ext uri="{BB962C8B-B14F-4D97-AF65-F5344CB8AC3E}">
        <p14:creationId xmlns:p14="http://schemas.microsoft.com/office/powerpoint/2010/main" val="17769197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A8645-355B-A6C3-07E4-DD56760D02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3305"/>
                <a:ext cx="10515600" cy="4313657"/>
              </a:xfrm>
            </p:spPr>
            <p:txBody>
              <a:bodyPr/>
              <a:lstStyle/>
              <a:p>
                <a:r>
                  <a:rPr lang="en-GB" kern="100" dirty="0">
                    <a:effectLst/>
                    <a:ea typeface="Calibri" panose="020F0502020204030204" pitchFamily="34" charset="0"/>
                  </a:rPr>
                  <a:t>This implies that in the diagram below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=|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|=1/2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</a:rPr>
                  <a:t> denotes the area of the region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GB" kern="100" dirty="0">
                    <a:effectLst/>
                    <a:ea typeface="Calibri" panose="020F0502020204030204" pitchFamily="34" charset="0"/>
                  </a:rPr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A8645-355B-A6C3-07E4-DD56760D0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3305"/>
                <a:ext cx="10515600" cy="4313657"/>
              </a:xfrm>
              <a:blipFill>
                <a:blip r:embed="rId2"/>
                <a:stretch>
                  <a:fillRect l="-406" t="-1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D316891-FA75-74A4-4BA2-08D7DA9D86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371" y="2846717"/>
            <a:ext cx="6319258" cy="358168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A23A46-679A-2EB6-2AEA-D5CA2DEF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The median and the mode of a continuous distribution (continued)</a:t>
            </a:r>
          </a:p>
        </p:txBody>
      </p:sp>
    </p:spTree>
    <p:extLst>
      <p:ext uri="{BB962C8B-B14F-4D97-AF65-F5344CB8AC3E}">
        <p14:creationId xmlns:p14="http://schemas.microsoft.com/office/powerpoint/2010/main" val="3198911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42C26A-DFC1-3534-CBE0-16FD8C8242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Given</a:t>
                </a: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𝑘𝑥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(1−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0&lt;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&lt;1</m:t>
                              </m:r>
                            </m:e>
                          </m:mr>
                          <m:m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GB" kern="100">
                                  <a:effectLst/>
                                  <a:latin typeface="Aptos" panose="020B0004020202020204" pitchFamily="34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elsewhere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0000"/>
                  </a:lnSpc>
                  <a:buFont typeface="+mj-lt"/>
                  <a:buAutoNum type="romanLcPeriod"/>
                </a:pPr>
                <a:r>
                  <a:rPr lang="en-GB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GB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0000"/>
                  </a:lnSpc>
                  <a:buFont typeface="+mj-lt"/>
                  <a:buAutoNum type="romanLcPeriod"/>
                </a:pPr>
                <a:r>
                  <a:rPr lang="en-GB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Calculate the mean, variance and standard deviation.</a:t>
                </a: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lnSpc>
                    <a:spcPct val="110000"/>
                  </a:lnSpc>
                  <a:spcAft>
                    <a:spcPts val="800"/>
                  </a:spcAft>
                  <a:buFont typeface="+mj-lt"/>
                  <a:buAutoNum type="romanLcPeriod"/>
                </a:pPr>
                <a:r>
                  <a:rPr lang="en-GB" kern="100" dirty="0">
                    <a:effectLst/>
                    <a:latin typeface="Aptos" panose="020B00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Calculate the median and mode.</a:t>
                </a:r>
                <a:endParaRPr lang="en-GB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42C26A-DFC1-3534-CBE0-16FD8C824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522" t="-2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3C1514EF-5AC6-51C9-6785-C4C2B052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GB" kern="100" dirty="0">
                <a:effectLst/>
                <a:ea typeface="Calibri" panose="020F0502020204030204" pitchFamily="34" charset="0"/>
              </a:rPr>
              <a:t>Example 6.7</a:t>
            </a:r>
          </a:p>
        </p:txBody>
      </p:sp>
    </p:spTree>
    <p:extLst>
      <p:ext uri="{BB962C8B-B14F-4D97-AF65-F5344CB8AC3E}">
        <p14:creationId xmlns:p14="http://schemas.microsoft.com/office/powerpoint/2010/main" val="39625884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F8C2B-7205-B140-3972-0C0A1ECC0D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GB" u="sng" kern="100" dirty="0">
                    <a:effectLst/>
                    <a:ea typeface="Calibri" panose="020F0502020204030204" pitchFamily="34" charset="0"/>
                  </a:rPr>
                  <a:t>Solution to part </a:t>
                </a:r>
                <a:r>
                  <a:rPr lang="en-GB" u="sng" kern="100" dirty="0" err="1">
                    <a:effectLst/>
                    <a:ea typeface="Calibri" panose="020F0502020204030204" pitchFamily="34" charset="0"/>
                  </a:rPr>
                  <a:t>i</a:t>
                </a:r>
                <a:r>
                  <a:rPr lang="en-GB" u="sng" kern="100" dirty="0">
                    <a:effectLst/>
                    <a:ea typeface="Calibri" panose="020F0502020204030204" pitchFamily="34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Calibri" panose="020F0502020204030204" pitchFamily="34" charset="0"/>
                  </a:rPr>
                  <a:t>We know that the integral of the </a:t>
                </a:r>
                <a:r>
                  <a:rPr lang="en-GB" kern="100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GB" kern="100" dirty="0">
                    <a:effectLst/>
                    <a:ea typeface="Calibri" panose="020F0502020204030204" pitchFamily="34" charset="0"/>
                  </a:rPr>
                  <a:t> is 1 for any valid </a:t>
                </a:r>
                <a:r>
                  <a:rPr lang="en-GB" kern="100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GB" kern="100" dirty="0">
                    <a:effectLst/>
                    <a:ea typeface="Calibri" panose="020F0502020204030204" pitchFamily="34" charset="0"/>
                  </a:rPr>
                  <a:t> and hence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𝑘𝑥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𝑘</m:t>
                      </m:r>
                      <m:d>
                        <m:dPr>
                          <m:begChr m:val="{"/>
                          <m:endChr m:val="}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subSup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𝑘𝑥</m:t>
                              </m:r>
                              <m:d>
                                <m:d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d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Calibri" panose="020F0502020204030204" pitchFamily="34" charset="0"/>
                  </a:rPr>
                  <a:t>Thus,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𝑘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Hence,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F8C2B-7205-B140-3972-0C0A1ECC0D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522" t="-6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F7A77E3-3040-0C9E-0810-A32653F0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GB" kern="100" dirty="0">
                <a:effectLst/>
                <a:ea typeface="Calibri" panose="020F0502020204030204" pitchFamily="34" charset="0"/>
              </a:rPr>
              <a:t>Example 6.7 (continued)</a:t>
            </a:r>
          </a:p>
        </p:txBody>
      </p:sp>
    </p:spTree>
    <p:extLst>
      <p:ext uri="{BB962C8B-B14F-4D97-AF65-F5344CB8AC3E}">
        <p14:creationId xmlns:p14="http://schemas.microsoft.com/office/powerpoint/2010/main" val="12183740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FC94CB-5004-A8EC-7133-D90D09B45A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4514"/>
                <a:ext cx="10515600" cy="501980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GB" u="sng" kern="100" dirty="0">
                    <a:effectLst/>
                    <a:ea typeface="Times New Roman" panose="02020603050405020304" pitchFamily="18" charset="0"/>
                  </a:rPr>
                  <a:t>Solution to part ii.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 into initial formula for the </a:t>
                </a:r>
                <a:r>
                  <a:rPr lang="en-GB" kern="100" dirty="0" err="1">
                    <a:effectLst/>
                    <a:ea typeface="Times New Roman" panose="02020603050405020304" pitchFamily="18" charset="0"/>
                  </a:rPr>
                  <a:t>p.d.f</a:t>
                </a:r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, the mean of the distribution is given by: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𝜇</m:t>
                      </m:r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(1−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=6</m:t>
                          </m:r>
                          <m:sSubSup>
                            <m:sSub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GB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GB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GB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GB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4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den>
                          </m:f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The variance of the distribution is given by: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i="0" kern="100">
                          <a:effectLst/>
                          <a:ea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=6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20</m:t>
                          </m:r>
                        </m:den>
                      </m:f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The standard deviation is therefore given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20</m:t>
                            </m:r>
                          </m:den>
                        </m:f>
                      </m:e>
                    </m:rad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FC94CB-5004-A8EC-7133-D90D09B45A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4514"/>
                <a:ext cx="10515600" cy="5019806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CC693EB-549B-2DD3-AA5D-6DEA9127D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GB" kern="100" dirty="0">
                <a:effectLst/>
                <a:ea typeface="Calibri" panose="020F0502020204030204" pitchFamily="34" charset="0"/>
              </a:rPr>
              <a:t>Example 6.7 (continued)</a:t>
            </a:r>
          </a:p>
        </p:txBody>
      </p:sp>
    </p:spTree>
    <p:extLst>
      <p:ext uri="{BB962C8B-B14F-4D97-AF65-F5344CB8AC3E}">
        <p14:creationId xmlns:p14="http://schemas.microsoft.com/office/powerpoint/2010/main" val="25999001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72D8B1-3B32-4804-1F31-A7C548810E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1984"/>
                <a:ext cx="10515600" cy="513271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GB" u="sng" kern="100" dirty="0">
                    <a:effectLst/>
                    <a:ea typeface="Times New Roman" panose="02020603050405020304" pitchFamily="18" charset="0"/>
                  </a:rPr>
                  <a:t>Solution to part iii.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The median is that value, M say, for which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limLoc m:val="subSup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sup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(1−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𝑑𝑥</m:t>
                              </m:r>
                            </m:e>
                          </m:nary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GB" kern="100" dirty="0">
                  <a:effectLst/>
                  <a:ea typeface="Times New Roman" panose="02020603050405020304" pitchFamily="18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72D8B1-3B32-4804-1F31-A7C548810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1984"/>
                <a:ext cx="10515600" cy="5132717"/>
              </a:xfrm>
              <a:blipFill>
                <a:blip r:embed="rId2"/>
                <a:stretch>
                  <a:fillRect l="-522" t="-1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53BA385-2B72-A0E6-127E-323A92298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marL="0" indent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GB" kern="100" dirty="0">
                <a:effectLst/>
                <a:ea typeface="Calibri" panose="020F0502020204030204" pitchFamily="34" charset="0"/>
              </a:rPr>
              <a:t>Example 6.7 (continued)</a:t>
            </a:r>
          </a:p>
        </p:txBody>
      </p:sp>
    </p:spTree>
    <p:extLst>
      <p:ext uri="{BB962C8B-B14F-4D97-AF65-F5344CB8AC3E}">
        <p14:creationId xmlns:p14="http://schemas.microsoft.com/office/powerpoint/2010/main" val="24623417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296EA-1034-B33C-56E0-43EC3EE1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kern="100" dirty="0">
                <a:effectLst/>
                <a:ea typeface="Calibri" panose="020F0502020204030204" pitchFamily="34" charset="0"/>
              </a:rPr>
              <a:t>Example 6.7 (continued)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5177E6-8C74-7282-CEC7-38C65D6ABF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GB" sz="1800" kern="100" dirty="0">
                    <a:effectLst/>
                    <a:ea typeface="Times New Roman" panose="02020603050405020304" pitchFamily="18" charset="0"/>
                  </a:rPr>
                  <a:t>Therefore, 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6</m:t>
                      </m:r>
                      <m:sSubSup>
                        <m:sSubSup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GB" sz="1800" i="1" kern="100" smtClean="0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1800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GB" sz="1800" i="1" kern="100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1800" i="1" kern="100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GB" sz="1800" i="1" kern="100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GB" sz="1800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GB" sz="1800" i="1" kern="10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GB" sz="1800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GB" sz="1800" i="1" kern="100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GB" sz="1800" i="1" kern="100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GB" sz="1800" i="1" kern="100"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GB" sz="1800" i="1" kern="100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sup>
                      </m:sSubSup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800" kern="1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GB" sz="1800" kern="100" dirty="0">
                    <a:effectLst/>
                    <a:ea typeface="Times New Roman" panose="02020603050405020304" pitchFamily="18" charset="0"/>
                  </a:rPr>
                  <a:t>i.e.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6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GB" sz="1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3−2</m:t>
                          </m:r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</m:d>
                      <m:r>
                        <a:rPr lang="en-GB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Aft>
                    <a:spcPts val="800"/>
                  </a:spcAft>
                  <a:buNone/>
                </a:pPr>
                <a:r>
                  <a:rPr lang="en-GB" sz="1800" kern="100" dirty="0">
                    <a:effectLst/>
                    <a:ea typeface="Times New Roman" panose="02020603050405020304" pitchFamily="18" charset="0"/>
                  </a:rPr>
                  <a:t>The solution of to this equation is </a:t>
                </a:r>
                <a14:m>
                  <m:oMath xmlns:m="http://schemas.openxmlformats.org/officeDocument/2006/math">
                    <m:r>
                      <a:rPr lang="en-GB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GB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=1/2</m:t>
                    </m:r>
                  </m:oMath>
                </a14:m>
                <a:r>
                  <a:rPr lang="en-GB" sz="1800" kern="100" dirty="0">
                    <a:effectLst/>
                    <a:ea typeface="Times New Roman" panose="02020603050405020304" pitchFamily="18" charset="0"/>
                  </a:rPr>
                  <a:t>, i.e. the median is ½.</a:t>
                </a:r>
                <a:endParaRPr lang="en-GB" sz="1800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5177E6-8C74-7282-CEC7-38C65D6AB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2248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DADF-C87F-9B83-61BD-E03A9EEA9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71C38-8FEF-5CD6-4C14-962D8EB63D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>
                    <a:effectLst/>
                    <a:ea typeface="Times New Roman" panose="02020603050405020304" pitchFamily="18" charset="0"/>
                  </a:rPr>
                  <a:t>Finally, the mode of the distribution is obtained by finding the value of 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dirty="0">
                    <a:effectLst/>
                    <a:ea typeface="Times New Roman" panose="02020603050405020304" pitchFamily="18" charset="0"/>
                  </a:rPr>
                  <a:t> for which the </a:t>
                </a:r>
                <a:r>
                  <a:rPr lang="en-GB" dirty="0" err="1">
                    <a:effectLst/>
                    <a:ea typeface="Times New Roman" panose="02020603050405020304" pitchFamily="18" charset="0"/>
                  </a:rPr>
                  <a:t>p.d.f</a:t>
                </a:r>
                <a:r>
                  <a:rPr lang="en-GB" dirty="0">
                    <a:effectLst/>
                    <a:ea typeface="Times New Roman" panose="02020603050405020304" pitchFamily="18" charset="0"/>
                  </a:rPr>
                  <a:t> is a maximum.</a:t>
                </a:r>
              </a:p>
              <a:p>
                <a:r>
                  <a:rPr lang="en-GB" dirty="0">
                    <a:effectLst/>
                    <a:ea typeface="Times New Roman" panose="02020603050405020304" pitchFamily="18" charset="0"/>
                  </a:rPr>
                  <a:t>In this case, because the function is well behaved, this can be done by differentiating the </a:t>
                </a:r>
                <a:r>
                  <a:rPr lang="en-GB" dirty="0" err="1">
                    <a:effectLst/>
                    <a:ea typeface="Times New Roman" panose="02020603050405020304" pitchFamily="18" charset="0"/>
                  </a:rPr>
                  <a:t>p.d.f</a:t>
                </a:r>
                <a:r>
                  <a:rPr lang="en-GB" dirty="0">
                    <a:effectLst/>
                    <a:ea typeface="Times New Roman" panose="02020603050405020304" pitchFamily="18" charset="0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dirty="0">
                    <a:effectLst/>
                    <a:ea typeface="Times New Roman" panose="02020603050405020304" pitchFamily="18" charset="0"/>
                  </a:rPr>
                  <a:t> and finding this value of 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dirty="0">
                    <a:effectLst/>
                    <a:ea typeface="Times New Roman" panose="02020603050405020304" pitchFamily="18" charset="0"/>
                  </a:rPr>
                  <a:t> for which the derivative is 0 – in order to find the value of 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dirty="0">
                    <a:effectLst/>
                    <a:ea typeface="Times New Roman" panose="02020603050405020304" pitchFamily="18" charset="0"/>
                  </a:rPr>
                  <a:t> for which the </a:t>
                </a:r>
                <a:r>
                  <a:rPr lang="en-GB" dirty="0" err="1">
                    <a:effectLst/>
                    <a:ea typeface="Times New Roman" panose="02020603050405020304" pitchFamily="18" charset="0"/>
                  </a:rPr>
                  <a:t>p.d.f</a:t>
                </a:r>
                <a:r>
                  <a:rPr lang="en-GB" dirty="0">
                    <a:effectLst/>
                    <a:ea typeface="Times New Roman" panose="02020603050405020304" pitchFamily="18" charset="0"/>
                  </a:rPr>
                  <a:t> is a maximum.</a:t>
                </a:r>
                <a:endParaRPr lang="en-GB" dirty="0">
                  <a:ea typeface="Times New Roman" panose="02020603050405020304" pitchFamily="18" charset="0"/>
                </a:endParaRPr>
              </a:p>
              <a:p>
                <a:r>
                  <a:rPr lang="en-GB" dirty="0">
                    <a:effectLst/>
                    <a:ea typeface="Times New Roman" panose="02020603050405020304" pitchFamily="18" charset="0"/>
                  </a:rPr>
                  <a:t>Of course, we also have to check that the value obtained really is a maximum and not a minimum or point of inflexion.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171C38-8FEF-5CD6-4C14-962D8EB63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 r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9672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CBECCB-A932-562B-ECC7-DBB1F51FD4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In this case,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𝑑𝑓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{6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)}</m:t>
                          </m:r>
                        </m:num>
                        <m:den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{6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−6</m:t>
                          </m:r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}</m:t>
                          </m:r>
                        </m:num>
                        <m:den>
                          <m: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=6−12</m:t>
                      </m:r>
                      <m:r>
                        <a:rPr lang="en-GB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GB" kern="100" dirty="0">
                    <a:effectLst/>
                    <a:ea typeface="Calibri" panose="020F0502020204030204" pitchFamily="34" charset="0"/>
                  </a:rPr>
                  <a:t>Setting the derivative equal to zero, we obtain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6−12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6=12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 and hence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=1/2</m:t>
                    </m:r>
                  </m:oMath>
                </a14:m>
                <a:r>
                  <a:rPr lang="en-GB" kern="100" dirty="0">
                    <a:effectLst/>
                    <a:ea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GB" dirty="0">
                    <a:effectLst/>
                    <a:ea typeface="Calibri" panose="020F0502020204030204" pitchFamily="34" charset="0"/>
                  </a:rPr>
                  <a:t>To check that this is truly a maximum we note that the second derivative of the </a:t>
                </a:r>
                <a:r>
                  <a:rPr lang="en-GB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GB" dirty="0">
                    <a:effectLst/>
                    <a:ea typeface="Calibri" panose="020F0502020204030204" pitchFamily="34" charset="0"/>
                  </a:rPr>
                  <a:t> is -12 which confirms our value of 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=1/2</m:t>
                    </m:r>
                  </m:oMath>
                </a14:m>
                <a:r>
                  <a:rPr lang="en-GB" dirty="0">
                    <a:effectLst/>
                    <a:ea typeface="Calibri" panose="020F0502020204030204" pitchFamily="34" charset="0"/>
                  </a:rPr>
                  <a:t> as being the maximum value of the </a:t>
                </a:r>
                <a:r>
                  <a:rPr lang="en-GB" dirty="0" err="1">
                    <a:effectLst/>
                    <a:ea typeface="Calibri" panose="020F0502020204030204" pitchFamily="34" charset="0"/>
                  </a:rPr>
                  <a:t>p.d.f</a:t>
                </a:r>
                <a:r>
                  <a:rPr lang="en-GB" dirty="0" err="1">
                    <a:ea typeface="Calibri" panose="020F0502020204030204" pitchFamily="34" charset="0"/>
                  </a:rPr>
                  <a:t>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CBECCB-A932-562B-ECC7-DBB1F51FD4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522" t="-6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4D91593-8604-FB22-4610-909A4A866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Mode for Example 6.7</a:t>
            </a:r>
          </a:p>
        </p:txBody>
      </p:sp>
    </p:spTree>
    <p:extLst>
      <p:ext uri="{BB962C8B-B14F-4D97-AF65-F5344CB8AC3E}">
        <p14:creationId xmlns:p14="http://schemas.microsoft.com/office/powerpoint/2010/main" val="582851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3214</Words>
  <Application>Microsoft Office PowerPoint</Application>
  <PresentationFormat>Widescreen</PresentationFormat>
  <Paragraphs>379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8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Introduction to Probability and Statistics 4CM521</vt:lpstr>
      <vt:lpstr>Introduction</vt:lpstr>
      <vt:lpstr>Introduction (continued)</vt:lpstr>
      <vt:lpstr>Basic Notation and Principles</vt:lpstr>
      <vt:lpstr>Example 6.1</vt:lpstr>
      <vt:lpstr>Other examples</vt:lpstr>
      <vt:lpstr>Your turn</vt:lpstr>
      <vt:lpstr>PowerPoint Presentation</vt:lpstr>
      <vt:lpstr>PowerPoint Presentation</vt:lpstr>
      <vt:lpstr>PowerPoint Presentation</vt:lpstr>
      <vt:lpstr>PowerPoint Presentation</vt:lpstr>
      <vt:lpstr>Discrete Random Variables</vt:lpstr>
      <vt:lpstr>Probability Distribution Function (Discrete Case)</vt:lpstr>
      <vt:lpstr>Properties of a p.d.f</vt:lpstr>
      <vt:lpstr>Example 6.2</vt:lpstr>
      <vt:lpstr>Alternatively, we can write</vt:lpstr>
      <vt:lpstr>Cumulative Distribution Function (c.d.f)</vt:lpstr>
      <vt:lpstr>Definition of c.d.f</vt:lpstr>
      <vt:lpstr>c.d.f</vt:lpstr>
      <vt:lpstr>c.d.f(continued)</vt:lpstr>
      <vt:lpstr>Properties of c.d.f</vt:lpstr>
      <vt:lpstr>Example 6.3</vt:lpstr>
      <vt:lpstr>Example 6.3 (continued)</vt:lpstr>
      <vt:lpstr>Mean or expected value (Discrete Case)</vt:lpstr>
      <vt:lpstr>Example 6.4.</vt:lpstr>
      <vt:lpstr>Example 6.4 (continued)</vt:lpstr>
      <vt:lpstr>Continuous Random Variables</vt:lpstr>
      <vt:lpstr>Why? Step by step example</vt:lpstr>
      <vt:lpstr>Why? Step by step example (continued)</vt:lpstr>
      <vt:lpstr>Probability Distribution Function (The continuous case)</vt:lpstr>
      <vt:lpstr>Definition</vt:lpstr>
      <vt:lpstr>c.d.f of a continuous random variable</vt:lpstr>
      <vt:lpstr>Worked Example</vt:lpstr>
      <vt:lpstr>Worked Example (continued)</vt:lpstr>
      <vt:lpstr>Worked Example (continued)</vt:lpstr>
      <vt:lpstr>Comments</vt:lpstr>
      <vt:lpstr>Properties of c.d.f</vt:lpstr>
      <vt:lpstr>Example 6.5. </vt:lpstr>
      <vt:lpstr>Example 6.5 (continued) </vt:lpstr>
      <vt:lpstr>Example 6.5 (continued) </vt:lpstr>
      <vt:lpstr>Comments</vt:lpstr>
      <vt:lpstr>Mean or Expected value</vt:lpstr>
      <vt:lpstr>Expected value of a random variable</vt:lpstr>
      <vt:lpstr>Properties of expected values</vt:lpstr>
      <vt:lpstr>Comments</vt:lpstr>
      <vt:lpstr>PowerPoint Presentation</vt:lpstr>
      <vt:lpstr>Comments</vt:lpstr>
      <vt:lpstr> "Var" (aX+b)=a^2 "Var"(X)</vt:lpstr>
      <vt:lpstr>Standard Deviation</vt:lpstr>
      <vt:lpstr>Example 6.6</vt:lpstr>
      <vt:lpstr>Example 6.6 (continued)</vt:lpstr>
      <vt:lpstr>The median and the mode of a continuous distribution</vt:lpstr>
      <vt:lpstr>The median and the mode of a continuous distribution (continued)</vt:lpstr>
      <vt:lpstr>The median and the mode of a continuous distribution (continued)</vt:lpstr>
      <vt:lpstr>Example 6.7</vt:lpstr>
      <vt:lpstr>Example 6.7 (continued)</vt:lpstr>
      <vt:lpstr>Example 6.7 (continued)</vt:lpstr>
      <vt:lpstr>Example 6.7 (continued)</vt:lpstr>
      <vt:lpstr>Example 6.7 (continued)</vt:lpstr>
      <vt:lpstr>Mode</vt:lpstr>
      <vt:lpstr>Mode for Example 6.7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Variables, expected values and probability distributions</dc:title>
  <dc:creator>Jack Sutton</dc:creator>
  <cp:lastModifiedBy>Jack Sutton</cp:lastModifiedBy>
  <cp:revision>1</cp:revision>
  <dcterms:created xsi:type="dcterms:W3CDTF">2024-02-22T12:13:12Z</dcterms:created>
  <dcterms:modified xsi:type="dcterms:W3CDTF">2025-12-03T10:39:30Z</dcterms:modified>
</cp:coreProperties>
</file>